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9"/>
  </p:notesMasterIdLst>
  <p:sldIdLst>
    <p:sldId id="256" r:id="rId2"/>
    <p:sldId id="258" r:id="rId3"/>
    <p:sldId id="270" r:id="rId4"/>
    <p:sldId id="268" r:id="rId5"/>
    <p:sldId id="262" r:id="rId6"/>
    <p:sldId id="263" r:id="rId7"/>
    <p:sldId id="293" r:id="rId8"/>
    <p:sldId id="275" r:id="rId9"/>
    <p:sldId id="338" r:id="rId10"/>
    <p:sldId id="301" r:id="rId11"/>
    <p:sldId id="339" r:id="rId12"/>
    <p:sldId id="341" r:id="rId13"/>
    <p:sldId id="342" r:id="rId14"/>
    <p:sldId id="307" r:id="rId15"/>
    <p:sldId id="340" r:id="rId16"/>
    <p:sldId id="315" r:id="rId17"/>
    <p:sldId id="337" r:id="rId18"/>
  </p:sldIdLst>
  <p:sldSz cx="9144000" cy="5143500" type="screen16x9"/>
  <p:notesSz cx="6858000" cy="9144000"/>
  <p:embeddedFontLst>
    <p:embeddedFont>
      <p:font typeface="Darker Grotesque" pitchFamily="2" charset="0"/>
      <p:regular r:id="rId20"/>
      <p:bold r:id="rId21"/>
    </p:embeddedFont>
    <p:embeddedFont>
      <p:font typeface="Darker Grotesque Medium" pitchFamily="2" charset="0"/>
      <p:regular r:id="rId22"/>
      <p:bold r:id="rId23"/>
    </p:embeddedFont>
    <p:embeddedFont>
      <p:font typeface="Montserrat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9C327E-AD75-4176-B204-C2CA4849165F}">
  <a:tblStyle styleId="{449C327E-AD75-4176-B204-C2CA484916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30" autoAdjust="0"/>
    <p:restoredTop sz="94643"/>
  </p:normalViewPr>
  <p:slideViewPr>
    <p:cSldViewPr snapToGrid="0">
      <p:cViewPr varScale="1">
        <p:scale>
          <a:sx n="134" d="100"/>
          <a:sy n="134" d="100"/>
        </p:scale>
        <p:origin x="1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10297dab38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110297dab38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g112ac09d80b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7" name="Google Shape;2947;g112ac09d80b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d1e0eea74b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d1e0eea74b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d1e0eea74b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d1e0eea74b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1567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gd7e9e01bb3_0_1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0" name="Google Shape;3370;gd7e9e01bb3_0_1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g112ac09d80b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3" name="Google Shape;3793;g112ac09d80b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386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g112ac09d80b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3" name="Google Shape;3793;g112ac09d80b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785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g112ac09d80b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3" name="Google Shape;3793;g112ac09d80b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0913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g112ac09d80b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3" name="Google Shape;3793;g112ac09d80b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g112ac09d80b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3" name="Google Shape;3793;g112ac09d80b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814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" name="Google Shape;4198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9" name="Google Shape;4199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2"/>
          </p:nvPr>
        </p:nvSpPr>
        <p:spPr>
          <a:xfrm>
            <a:off x="2159813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"/>
          </p:nvPr>
        </p:nvSpPr>
        <p:spPr>
          <a:xfrm>
            <a:off x="2159817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3"/>
          </p:nvPr>
        </p:nvSpPr>
        <p:spPr>
          <a:xfrm>
            <a:off x="5767658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767661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2159817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2159812" y="1761942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9"/>
          </p:nvPr>
        </p:nvSpPr>
        <p:spPr>
          <a:xfrm>
            <a:off x="5767661" y="2517950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5767662" y="2809398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14"/>
          </p:nvPr>
        </p:nvSpPr>
        <p:spPr>
          <a:xfrm>
            <a:off x="5767662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767662" y="3856854"/>
            <a:ext cx="1866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16" hasCustomPrompt="1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17" hasCustomPrompt="1"/>
          </p:nvPr>
        </p:nvSpPr>
        <p:spPr>
          <a:xfrm>
            <a:off x="4679838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title" idx="18" hasCustomPrompt="1"/>
          </p:nvPr>
        </p:nvSpPr>
        <p:spPr>
          <a:xfrm>
            <a:off x="4679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19" hasCustomPrompt="1"/>
          </p:nvPr>
        </p:nvSpPr>
        <p:spPr>
          <a:xfrm>
            <a:off x="4679825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20" hasCustomPrompt="1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21" hasCustomPrompt="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1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80" name="Google Shape;180;p1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84" name="Google Shape;184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1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189" name="Google Shape;189;p1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1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35" name="Google Shape;235;p1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15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39" name="Google Shape;239;p1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6">
  <p:cSld name="SECTION_HEADER_1_1_1_1_1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2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89" name="Google Shape;389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24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94" name="Google Shape;394;p2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4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98" name="Google Shape;398;p2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24"/>
          <p:cNvSpPr txBox="1">
            <a:spLocks noGrp="1"/>
          </p:cNvSpPr>
          <p:nvPr>
            <p:ph type="title"/>
          </p:nvPr>
        </p:nvSpPr>
        <p:spPr>
          <a:xfrm flipH="1">
            <a:off x="3786150" y="1582450"/>
            <a:ext cx="33441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7491800" y="2392525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4" name="Google Shape;404;p24"/>
          <p:cNvSpPr txBox="1">
            <a:spLocks noGrp="1"/>
          </p:cNvSpPr>
          <p:nvPr>
            <p:ph type="subTitle" idx="1"/>
          </p:nvPr>
        </p:nvSpPr>
        <p:spPr>
          <a:xfrm flipH="1">
            <a:off x="3522750" y="31312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7">
  <p:cSld name="SECTION_HEADER_1_1_1_1_1_1_1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8" name="Google Shape;408;p2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09" name="Google Shape;409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25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25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414" name="Google Shape;414;p2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25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418" name="Google Shape;418;p2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25"/>
          <p:cNvSpPr txBox="1">
            <a:spLocks noGrp="1"/>
          </p:cNvSpPr>
          <p:nvPr>
            <p:ph type="title"/>
          </p:nvPr>
        </p:nvSpPr>
        <p:spPr>
          <a:xfrm>
            <a:off x="2428050" y="2387950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3" name="Google Shape;423;p25"/>
          <p:cNvSpPr txBox="1">
            <a:spLocks noGrp="1"/>
          </p:cNvSpPr>
          <p:nvPr>
            <p:ph type="title" idx="2" hasCustomPrompt="1"/>
          </p:nvPr>
        </p:nvSpPr>
        <p:spPr>
          <a:xfrm>
            <a:off x="4101000" y="1615563"/>
            <a:ext cx="9420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4" name="Google Shape;424;p25"/>
          <p:cNvSpPr txBox="1">
            <a:spLocks noGrp="1"/>
          </p:cNvSpPr>
          <p:nvPr>
            <p:ph type="subTitle" idx="1"/>
          </p:nvPr>
        </p:nvSpPr>
        <p:spPr>
          <a:xfrm>
            <a:off x="2768250" y="3225913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0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 txBox="1">
            <a:spLocks noGrp="1"/>
          </p:cNvSpPr>
          <p:nvPr>
            <p:ph type="title"/>
          </p:nvPr>
        </p:nvSpPr>
        <p:spPr>
          <a:xfrm flipH="1">
            <a:off x="51089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30"/>
          <p:cNvSpPr txBox="1">
            <a:spLocks noGrp="1"/>
          </p:cNvSpPr>
          <p:nvPr>
            <p:ph type="subTitle" idx="1"/>
          </p:nvPr>
        </p:nvSpPr>
        <p:spPr>
          <a:xfrm flipH="1">
            <a:off x="53423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6" name="Google Shape;486;p3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87" name="Google Shape;487;p3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30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491" name="Google Shape;491;p3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6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0" name="Google Shape;570;p36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2" name="Google Shape;572;p36"/>
          <p:cNvSpPr txBox="1">
            <a:spLocks noGrp="1"/>
          </p:cNvSpPr>
          <p:nvPr>
            <p:ph type="subTitle" idx="4"/>
          </p:nvPr>
        </p:nvSpPr>
        <p:spPr>
          <a:xfrm>
            <a:off x="3484421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74" name="Google Shape;574;p36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77" name="Google Shape;577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81" name="Google Shape;581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TITLE_ONLY_1_1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05" name="Google Shape;705;p4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4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09" name="Google Shape;709;p4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5">
  <p:cSld name="CUSTOM_12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4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4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748" name="Google Shape;748;p4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4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3" name="Google Shape;753;p4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56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91" name="Google Shape;891;p56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2" name="Google Shape;892;p56"/>
          <p:cNvSpPr/>
          <p:nvPr/>
        </p:nvSpPr>
        <p:spPr>
          <a:xfrm flipH="1">
            <a:off x="5950679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3" name="Google Shape;893;p56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894" name="Google Shape;894;p5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897;p56"/>
          <p:cNvGrpSpPr/>
          <p:nvPr/>
        </p:nvGrpSpPr>
        <p:grpSpPr>
          <a:xfrm flipH="1">
            <a:off x="6676322" y="4535409"/>
            <a:ext cx="825589" cy="93999"/>
            <a:chOff x="5718423" y="809024"/>
            <a:chExt cx="830071" cy="94500"/>
          </a:xfrm>
        </p:grpSpPr>
        <p:sp>
          <p:nvSpPr>
            <p:cNvPr id="898" name="Google Shape;898;p5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56"/>
          <p:cNvSpPr txBox="1"/>
          <p:nvPr/>
        </p:nvSpPr>
        <p:spPr>
          <a:xfrm>
            <a:off x="713200" y="3476625"/>
            <a:ext cx="378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1" r:id="rId5"/>
    <p:sldLayoutId id="2147483670" r:id="rId6"/>
    <p:sldLayoutId id="2147483671" r:id="rId7"/>
    <p:sldLayoutId id="2147483676" r:id="rId8"/>
    <p:sldLayoutId id="2147483682" r:id="rId9"/>
    <p:sldLayoutId id="2147483689" r:id="rId10"/>
    <p:sldLayoutId id="2147483692" r:id="rId11"/>
    <p:sldLayoutId id="2147483702" r:id="rId12"/>
    <p:sldLayoutId id="2147483703" r:id="rId13"/>
    <p:sldLayoutId id="2147483705" r:id="rId14"/>
    <p:sldLayoutId id="2147483706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5" Type="http://schemas.openxmlformats.org/officeDocument/2006/relationships/slide" Target="slide16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4"/>
          <p:cNvSpPr/>
          <p:nvPr/>
        </p:nvSpPr>
        <p:spPr>
          <a:xfrm>
            <a:off x="637700" y="1499350"/>
            <a:ext cx="3813000" cy="639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 txBox="1">
            <a:spLocks noGrp="1"/>
          </p:cNvSpPr>
          <p:nvPr>
            <p:ph type="ctrTitle"/>
          </p:nvPr>
        </p:nvSpPr>
        <p:spPr>
          <a:xfrm>
            <a:off x="713200" y="1469966"/>
            <a:ext cx="3890700" cy="20758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</a:rPr>
              <a:t>Hospital</a:t>
            </a:r>
            <a:r>
              <a:rPr lang="en" sz="4000" b="1" dirty="0">
                <a:solidFill>
                  <a:schemeClr val="lt1"/>
                </a:solidFill>
              </a:rPr>
              <a:t> </a:t>
            </a:r>
            <a:r>
              <a:rPr lang="en" sz="4000" b="1" dirty="0">
                <a:solidFill>
                  <a:schemeClr val="accent6"/>
                </a:solidFill>
              </a:rPr>
              <a:t>Management System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Saif ur Rehman, Humayun Masood, Umer Farooq</a:t>
            </a:r>
            <a:endParaRPr dirty="0"/>
          </a:p>
        </p:txBody>
      </p:sp>
      <p:grpSp>
        <p:nvGrpSpPr>
          <p:cNvPr id="964" name="Google Shape;964;p64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965" name="Google Shape;965;p6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64"/>
          <p:cNvGrpSpPr/>
          <p:nvPr/>
        </p:nvGrpSpPr>
        <p:grpSpPr>
          <a:xfrm>
            <a:off x="5029270" y="1457228"/>
            <a:ext cx="3384497" cy="2229043"/>
            <a:chOff x="5029270" y="1457228"/>
            <a:chExt cx="3384497" cy="2229043"/>
          </a:xfrm>
        </p:grpSpPr>
        <p:sp>
          <p:nvSpPr>
            <p:cNvPr id="970" name="Google Shape;970;p64"/>
            <p:cNvSpPr/>
            <p:nvPr/>
          </p:nvSpPr>
          <p:spPr>
            <a:xfrm>
              <a:off x="6320045" y="1469966"/>
              <a:ext cx="595034" cy="126373"/>
            </a:xfrm>
            <a:custGeom>
              <a:avLst/>
              <a:gdLst/>
              <a:ahLst/>
              <a:cxnLst/>
              <a:rect l="l" t="t" r="r" b="b"/>
              <a:pathLst>
                <a:path w="48955" h="10397" extrusionOk="0">
                  <a:moveTo>
                    <a:pt x="3111" y="0"/>
                  </a:moveTo>
                  <a:cubicBezTo>
                    <a:pt x="1387" y="0"/>
                    <a:pt x="1" y="1386"/>
                    <a:pt x="1" y="3110"/>
                  </a:cubicBezTo>
                  <a:lnTo>
                    <a:pt x="1" y="7302"/>
                  </a:lnTo>
                  <a:cubicBezTo>
                    <a:pt x="1" y="9010"/>
                    <a:pt x="1387" y="10397"/>
                    <a:pt x="3111" y="10397"/>
                  </a:cubicBezTo>
                  <a:lnTo>
                    <a:pt x="45844" y="10397"/>
                  </a:lnTo>
                  <a:cubicBezTo>
                    <a:pt x="47568" y="10397"/>
                    <a:pt x="48954" y="9010"/>
                    <a:pt x="48954" y="7302"/>
                  </a:cubicBezTo>
                  <a:lnTo>
                    <a:pt x="48954" y="3110"/>
                  </a:lnTo>
                  <a:cubicBezTo>
                    <a:pt x="48954" y="1386"/>
                    <a:pt x="47568" y="0"/>
                    <a:pt x="45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5452793" y="1926498"/>
              <a:ext cx="2708802" cy="1327284"/>
            </a:xfrm>
            <a:custGeom>
              <a:avLst/>
              <a:gdLst/>
              <a:ahLst/>
              <a:cxnLst/>
              <a:rect l="l" t="t" r="r" b="b"/>
              <a:pathLst>
                <a:path w="222860" h="109199" extrusionOk="0">
                  <a:moveTo>
                    <a:pt x="10853" y="0"/>
                  </a:moveTo>
                  <a:cubicBezTo>
                    <a:pt x="4869" y="0"/>
                    <a:pt x="1" y="4852"/>
                    <a:pt x="1" y="10836"/>
                  </a:cubicBezTo>
                  <a:lnTo>
                    <a:pt x="1" y="98364"/>
                  </a:lnTo>
                  <a:cubicBezTo>
                    <a:pt x="1" y="104348"/>
                    <a:pt x="4869" y="109199"/>
                    <a:pt x="10853" y="109199"/>
                  </a:cubicBezTo>
                  <a:lnTo>
                    <a:pt x="212025" y="109199"/>
                  </a:lnTo>
                  <a:cubicBezTo>
                    <a:pt x="218009" y="109199"/>
                    <a:pt x="222859" y="104348"/>
                    <a:pt x="222859" y="98364"/>
                  </a:cubicBezTo>
                  <a:lnTo>
                    <a:pt x="222859" y="10836"/>
                  </a:lnTo>
                  <a:cubicBezTo>
                    <a:pt x="222859" y="4852"/>
                    <a:pt x="218009" y="0"/>
                    <a:pt x="21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5476434" y="1941497"/>
              <a:ext cx="2661544" cy="1297298"/>
            </a:xfrm>
            <a:custGeom>
              <a:avLst/>
              <a:gdLst/>
              <a:ahLst/>
              <a:cxnLst/>
              <a:rect l="l" t="t" r="r" b="b"/>
              <a:pathLst>
                <a:path w="218972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208135" y="106731"/>
                  </a:lnTo>
                  <a:cubicBezTo>
                    <a:pt x="214119" y="106731"/>
                    <a:pt x="218971" y="101879"/>
                    <a:pt x="218971" y="95895"/>
                  </a:cubicBezTo>
                  <a:lnTo>
                    <a:pt x="218971" y="10853"/>
                  </a:lnTo>
                  <a:cubicBezTo>
                    <a:pt x="218971" y="4852"/>
                    <a:pt x="214119" y="1"/>
                    <a:pt x="208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5476434" y="1941497"/>
              <a:ext cx="1724646" cy="1297298"/>
            </a:xfrm>
            <a:custGeom>
              <a:avLst/>
              <a:gdLst/>
              <a:ahLst/>
              <a:cxnLst/>
              <a:rect l="l" t="t" r="r" b="b"/>
              <a:pathLst>
                <a:path w="141891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141890" y="106731"/>
                  </a:lnTo>
                  <a:lnTo>
                    <a:pt x="14189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7275637" y="2153536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1"/>
                  </a:moveTo>
                  <a:cubicBezTo>
                    <a:pt x="1387" y="1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1"/>
                    <a:pt x="29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748407" y="2184761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1"/>
                  </a:moveTo>
                  <a:cubicBezTo>
                    <a:pt x="693" y="1"/>
                    <a:pt x="1" y="693"/>
                    <a:pt x="1" y="1539"/>
                  </a:cubicBezTo>
                  <a:cubicBezTo>
                    <a:pt x="1" y="2401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1"/>
                    <a:pt x="24088" y="1539"/>
                  </a:cubicBezTo>
                  <a:cubicBezTo>
                    <a:pt x="24088" y="693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7748407" y="2279690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0"/>
                  </a:moveTo>
                  <a:cubicBezTo>
                    <a:pt x="693" y="0"/>
                    <a:pt x="1" y="693"/>
                    <a:pt x="1" y="1538"/>
                  </a:cubicBezTo>
                  <a:cubicBezTo>
                    <a:pt x="1" y="2401"/>
                    <a:pt x="693" y="3093"/>
                    <a:pt x="1556" y="3093"/>
                  </a:cubicBezTo>
                  <a:lnTo>
                    <a:pt x="22533" y="3093"/>
                  </a:lnTo>
                  <a:cubicBezTo>
                    <a:pt x="23395" y="3093"/>
                    <a:pt x="24088" y="2401"/>
                    <a:pt x="24088" y="1538"/>
                  </a:cubicBezTo>
                  <a:cubicBezTo>
                    <a:pt x="24088" y="693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7748407" y="2374618"/>
              <a:ext cx="169097" cy="37595"/>
            </a:xfrm>
            <a:custGeom>
              <a:avLst/>
              <a:gdLst/>
              <a:ahLst/>
              <a:cxnLst/>
              <a:rect l="l" t="t" r="r" b="b"/>
              <a:pathLst>
                <a:path w="13912" h="3093" extrusionOk="0">
                  <a:moveTo>
                    <a:pt x="1556" y="0"/>
                  </a:moveTo>
                  <a:cubicBezTo>
                    <a:pt x="693" y="0"/>
                    <a:pt x="1" y="692"/>
                    <a:pt x="1" y="1538"/>
                  </a:cubicBezTo>
                  <a:cubicBezTo>
                    <a:pt x="1" y="2400"/>
                    <a:pt x="693" y="3093"/>
                    <a:pt x="1556" y="3093"/>
                  </a:cubicBezTo>
                  <a:lnTo>
                    <a:pt x="12357" y="3093"/>
                  </a:lnTo>
                  <a:cubicBezTo>
                    <a:pt x="13219" y="3093"/>
                    <a:pt x="13912" y="2400"/>
                    <a:pt x="13912" y="1538"/>
                  </a:cubicBezTo>
                  <a:cubicBezTo>
                    <a:pt x="13912" y="692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7275637" y="2514738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0"/>
                    <a:pt x="29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7748407" y="2545757"/>
              <a:ext cx="292783" cy="37813"/>
            </a:xfrm>
            <a:custGeom>
              <a:avLst/>
              <a:gdLst/>
              <a:ahLst/>
              <a:cxnLst/>
              <a:rect l="l" t="t" r="r" b="b"/>
              <a:pathLst>
                <a:path w="24088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0"/>
                    <a:pt x="1556" y="3110"/>
                  </a:cubicBezTo>
                  <a:lnTo>
                    <a:pt x="22533" y="3110"/>
                  </a:lnTo>
                  <a:cubicBezTo>
                    <a:pt x="23395" y="3110"/>
                    <a:pt x="24088" y="2418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7748407" y="2640673"/>
              <a:ext cx="292783" cy="37825"/>
            </a:xfrm>
            <a:custGeom>
              <a:avLst/>
              <a:gdLst/>
              <a:ahLst/>
              <a:cxnLst/>
              <a:rect l="l" t="t" r="r" b="b"/>
              <a:pathLst>
                <a:path w="24088" h="3112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9"/>
                    <a:pt x="693" y="3111"/>
                    <a:pt x="1556" y="3111"/>
                  </a:cubicBezTo>
                  <a:lnTo>
                    <a:pt x="22533" y="3111"/>
                  </a:lnTo>
                  <a:cubicBezTo>
                    <a:pt x="23395" y="3111"/>
                    <a:pt x="24088" y="2419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7748407" y="2735601"/>
              <a:ext cx="169097" cy="37813"/>
            </a:xfrm>
            <a:custGeom>
              <a:avLst/>
              <a:gdLst/>
              <a:ahLst/>
              <a:cxnLst/>
              <a:rect l="l" t="t" r="r" b="b"/>
              <a:pathLst>
                <a:path w="13912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1"/>
                    <a:pt x="1556" y="3111"/>
                  </a:cubicBezTo>
                  <a:lnTo>
                    <a:pt x="12357" y="3111"/>
                  </a:lnTo>
                  <a:cubicBezTo>
                    <a:pt x="13219" y="3111"/>
                    <a:pt x="13912" y="2418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7275637" y="2875940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6"/>
                    <a:pt x="1" y="3093"/>
                  </a:cubicBezTo>
                  <a:lnTo>
                    <a:pt x="1" y="20740"/>
                  </a:lnTo>
                  <a:cubicBezTo>
                    <a:pt x="1" y="22448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8"/>
                    <a:pt x="32253" y="20740"/>
                  </a:cubicBezTo>
                  <a:lnTo>
                    <a:pt x="32253" y="3093"/>
                  </a:lnTo>
                  <a:cubicBezTo>
                    <a:pt x="32253" y="1386"/>
                    <a:pt x="30867" y="0"/>
                    <a:pt x="29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4"/>
            <p:cNvSpPr/>
            <p:nvPr/>
          </p:nvSpPr>
          <p:spPr>
            <a:xfrm>
              <a:off x="7748407" y="2906959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0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4"/>
            <p:cNvSpPr/>
            <p:nvPr/>
          </p:nvSpPr>
          <p:spPr>
            <a:xfrm>
              <a:off x="7748407" y="3001875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01"/>
                    <a:pt x="693" y="3095"/>
                    <a:pt x="1556" y="3095"/>
                  </a:cubicBezTo>
                  <a:lnTo>
                    <a:pt x="22533" y="3095"/>
                  </a:lnTo>
                  <a:cubicBezTo>
                    <a:pt x="23395" y="3095"/>
                    <a:pt x="24088" y="2401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4"/>
            <p:cNvSpPr/>
            <p:nvPr/>
          </p:nvSpPr>
          <p:spPr>
            <a:xfrm>
              <a:off x="7748407" y="3096803"/>
              <a:ext cx="169097" cy="37619"/>
            </a:xfrm>
            <a:custGeom>
              <a:avLst/>
              <a:gdLst/>
              <a:ahLst/>
              <a:cxnLst/>
              <a:rect l="l" t="t" r="r" b="b"/>
              <a:pathLst>
                <a:path w="13912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12357" y="3094"/>
                  </a:lnTo>
                  <a:cubicBezTo>
                    <a:pt x="13219" y="3094"/>
                    <a:pt x="13912" y="2400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5920835" y="3483481"/>
              <a:ext cx="99863" cy="100070"/>
            </a:xfrm>
            <a:custGeom>
              <a:avLst/>
              <a:gdLst/>
              <a:ahLst/>
              <a:cxnLst/>
              <a:rect l="l" t="t" r="r" b="b"/>
              <a:pathLst>
                <a:path w="8216" h="8233" extrusionOk="0">
                  <a:moveTo>
                    <a:pt x="4109" y="0"/>
                  </a:moveTo>
                  <a:cubicBezTo>
                    <a:pt x="1844" y="0"/>
                    <a:pt x="0" y="1843"/>
                    <a:pt x="0" y="4108"/>
                  </a:cubicBezTo>
                  <a:cubicBezTo>
                    <a:pt x="0" y="6373"/>
                    <a:pt x="1844" y="8233"/>
                    <a:pt x="4109" y="8233"/>
                  </a:cubicBezTo>
                  <a:cubicBezTo>
                    <a:pt x="6374" y="8233"/>
                    <a:pt x="8216" y="6373"/>
                    <a:pt x="8216" y="4108"/>
                  </a:cubicBezTo>
                  <a:cubicBezTo>
                    <a:pt x="8216" y="1843"/>
                    <a:pt x="6374" y="0"/>
                    <a:pt x="4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4"/>
            <p:cNvSpPr/>
            <p:nvPr/>
          </p:nvSpPr>
          <p:spPr>
            <a:xfrm>
              <a:off x="6613861" y="1706048"/>
              <a:ext cx="1714363" cy="373126"/>
            </a:xfrm>
            <a:custGeom>
              <a:avLst/>
              <a:gdLst/>
              <a:ahLst/>
              <a:cxnLst/>
              <a:rect l="l" t="t" r="r" b="b"/>
              <a:pathLst>
                <a:path w="141045" h="30698" extrusionOk="0">
                  <a:moveTo>
                    <a:pt x="2924" y="0"/>
                  </a:moveTo>
                  <a:cubicBezTo>
                    <a:pt x="1386" y="0"/>
                    <a:pt x="0" y="1386"/>
                    <a:pt x="0" y="3093"/>
                  </a:cubicBezTo>
                  <a:lnTo>
                    <a:pt x="0" y="27603"/>
                  </a:lnTo>
                  <a:cubicBezTo>
                    <a:pt x="0" y="29311"/>
                    <a:pt x="1386" y="30697"/>
                    <a:pt x="3093" y="30697"/>
                  </a:cubicBezTo>
                  <a:lnTo>
                    <a:pt x="137951" y="30697"/>
                  </a:lnTo>
                  <a:cubicBezTo>
                    <a:pt x="139659" y="30697"/>
                    <a:pt x="141045" y="29311"/>
                    <a:pt x="141045" y="27603"/>
                  </a:cubicBezTo>
                  <a:lnTo>
                    <a:pt x="141045" y="3093"/>
                  </a:lnTo>
                  <a:cubicBezTo>
                    <a:pt x="141045" y="1386"/>
                    <a:pt x="139659" y="0"/>
                    <a:pt x="137782" y="0"/>
                  </a:cubicBezTo>
                  <a:close/>
                </a:path>
              </a:pathLst>
            </a:custGeom>
            <a:solidFill>
              <a:srgbClr val="A97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6617556" y="1709743"/>
              <a:ext cx="1706973" cy="365736"/>
            </a:xfrm>
            <a:custGeom>
              <a:avLst/>
              <a:gdLst/>
              <a:ahLst/>
              <a:cxnLst/>
              <a:rect l="l" t="t" r="r" b="b"/>
              <a:pathLst>
                <a:path w="140437" h="30090" extrusionOk="0">
                  <a:moveTo>
                    <a:pt x="2789" y="0"/>
                  </a:moveTo>
                  <a:cubicBezTo>
                    <a:pt x="1251" y="0"/>
                    <a:pt x="1" y="1251"/>
                    <a:pt x="1" y="2789"/>
                  </a:cubicBezTo>
                  <a:lnTo>
                    <a:pt x="1" y="27299"/>
                  </a:lnTo>
                  <a:cubicBezTo>
                    <a:pt x="1" y="28838"/>
                    <a:pt x="1251" y="30089"/>
                    <a:pt x="2789" y="30089"/>
                  </a:cubicBezTo>
                  <a:lnTo>
                    <a:pt x="137647" y="30089"/>
                  </a:lnTo>
                  <a:cubicBezTo>
                    <a:pt x="139186" y="30089"/>
                    <a:pt x="140437" y="28838"/>
                    <a:pt x="140437" y="27299"/>
                  </a:cubicBezTo>
                  <a:lnTo>
                    <a:pt x="140437" y="2789"/>
                  </a:lnTo>
                  <a:cubicBezTo>
                    <a:pt x="140437" y="1251"/>
                    <a:pt x="139186" y="0"/>
                    <a:pt x="137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6703441" y="1776095"/>
              <a:ext cx="233006" cy="233006"/>
            </a:xfrm>
            <a:custGeom>
              <a:avLst/>
              <a:gdLst/>
              <a:ahLst/>
              <a:cxnLst/>
              <a:rect l="l" t="t" r="r" b="b"/>
              <a:pathLst>
                <a:path w="19170" h="19170" extrusionOk="0">
                  <a:moveTo>
                    <a:pt x="9584" y="1"/>
                  </a:moveTo>
                  <a:cubicBezTo>
                    <a:pt x="4294" y="1"/>
                    <a:pt x="0" y="4294"/>
                    <a:pt x="0" y="9586"/>
                  </a:cubicBezTo>
                  <a:cubicBezTo>
                    <a:pt x="0" y="14876"/>
                    <a:pt x="4294" y="19170"/>
                    <a:pt x="9584" y="19170"/>
                  </a:cubicBezTo>
                  <a:cubicBezTo>
                    <a:pt x="14876" y="19170"/>
                    <a:pt x="19169" y="14876"/>
                    <a:pt x="19169" y="9586"/>
                  </a:cubicBezTo>
                  <a:cubicBezTo>
                    <a:pt x="19169" y="4294"/>
                    <a:pt x="14876" y="1"/>
                    <a:pt x="9584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4"/>
            <p:cNvSpPr/>
            <p:nvPr/>
          </p:nvSpPr>
          <p:spPr>
            <a:xfrm>
              <a:off x="7036480" y="1829515"/>
              <a:ext cx="674952" cy="37619"/>
            </a:xfrm>
            <a:custGeom>
              <a:avLst/>
              <a:gdLst/>
              <a:ahLst/>
              <a:cxnLst/>
              <a:rect l="l" t="t" r="r" b="b"/>
              <a:pathLst>
                <a:path w="55530" h="3095" extrusionOk="0">
                  <a:moveTo>
                    <a:pt x="1556" y="1"/>
                  </a:moveTo>
                  <a:cubicBezTo>
                    <a:pt x="694" y="1"/>
                    <a:pt x="1" y="694"/>
                    <a:pt x="1" y="1540"/>
                  </a:cubicBezTo>
                  <a:cubicBezTo>
                    <a:pt x="1" y="2401"/>
                    <a:pt x="694" y="3095"/>
                    <a:pt x="1556" y="3095"/>
                  </a:cubicBezTo>
                  <a:lnTo>
                    <a:pt x="53975" y="3095"/>
                  </a:lnTo>
                  <a:cubicBezTo>
                    <a:pt x="54836" y="3095"/>
                    <a:pt x="55530" y="2401"/>
                    <a:pt x="55530" y="1540"/>
                  </a:cubicBezTo>
                  <a:cubicBezTo>
                    <a:pt x="55530" y="694"/>
                    <a:pt x="54836" y="1"/>
                    <a:pt x="5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7759285" y="1829515"/>
              <a:ext cx="477304" cy="37619"/>
            </a:xfrm>
            <a:custGeom>
              <a:avLst/>
              <a:gdLst/>
              <a:ahLst/>
              <a:cxnLst/>
              <a:rect l="l" t="t" r="r" b="b"/>
              <a:pathLst>
                <a:path w="39269" h="3095" extrusionOk="0">
                  <a:moveTo>
                    <a:pt x="1540" y="1"/>
                  </a:moveTo>
                  <a:cubicBezTo>
                    <a:pt x="695" y="1"/>
                    <a:pt x="1" y="694"/>
                    <a:pt x="1" y="1540"/>
                  </a:cubicBezTo>
                  <a:cubicBezTo>
                    <a:pt x="1" y="2401"/>
                    <a:pt x="695" y="3095"/>
                    <a:pt x="1540" y="3095"/>
                  </a:cubicBezTo>
                  <a:lnTo>
                    <a:pt x="37714" y="3095"/>
                  </a:lnTo>
                  <a:cubicBezTo>
                    <a:pt x="38575" y="3095"/>
                    <a:pt x="39269" y="2401"/>
                    <a:pt x="39269" y="1540"/>
                  </a:cubicBezTo>
                  <a:cubicBezTo>
                    <a:pt x="39269" y="694"/>
                    <a:pt x="38575" y="1"/>
                    <a:pt x="37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7036480" y="1924444"/>
              <a:ext cx="265058" cy="37619"/>
            </a:xfrm>
            <a:custGeom>
              <a:avLst/>
              <a:gdLst/>
              <a:ahLst/>
              <a:cxnLst/>
              <a:rect l="l" t="t" r="r" b="b"/>
              <a:pathLst>
                <a:path w="21807" h="3095" extrusionOk="0">
                  <a:moveTo>
                    <a:pt x="1556" y="0"/>
                  </a:moveTo>
                  <a:cubicBezTo>
                    <a:pt x="694" y="0"/>
                    <a:pt x="1" y="694"/>
                    <a:pt x="1" y="1539"/>
                  </a:cubicBezTo>
                  <a:cubicBezTo>
                    <a:pt x="1" y="2401"/>
                    <a:pt x="694" y="3094"/>
                    <a:pt x="1556" y="3094"/>
                  </a:cubicBezTo>
                  <a:lnTo>
                    <a:pt x="20269" y="3094"/>
                  </a:lnTo>
                  <a:cubicBezTo>
                    <a:pt x="21114" y="3094"/>
                    <a:pt x="21806" y="2401"/>
                    <a:pt x="21806" y="1539"/>
                  </a:cubicBezTo>
                  <a:cubicBezTo>
                    <a:pt x="21806" y="694"/>
                    <a:pt x="21114" y="0"/>
                    <a:pt x="20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5673267" y="1457228"/>
              <a:ext cx="459825" cy="389778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5817909" y="1559948"/>
              <a:ext cx="170543" cy="138710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5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4"/>
            <p:cNvSpPr/>
            <p:nvPr/>
          </p:nvSpPr>
          <p:spPr>
            <a:xfrm>
              <a:off x="5300175" y="2956587"/>
              <a:ext cx="436622" cy="284980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4"/>
            <p:cNvSpPr/>
            <p:nvPr/>
          </p:nvSpPr>
          <p:spPr>
            <a:xfrm>
              <a:off x="5374951" y="3039798"/>
              <a:ext cx="287058" cy="60822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7782513" y="1481684"/>
              <a:ext cx="269993" cy="269981"/>
            </a:xfrm>
            <a:custGeom>
              <a:avLst/>
              <a:gdLst/>
              <a:ahLst/>
              <a:cxnLst/>
              <a:rect l="l" t="t" r="r" b="b"/>
              <a:pathLst>
                <a:path w="22213" h="22212" extrusionOk="0">
                  <a:moveTo>
                    <a:pt x="11106" y="0"/>
                  </a:moveTo>
                  <a:cubicBezTo>
                    <a:pt x="4987" y="0"/>
                    <a:pt x="1" y="4986"/>
                    <a:pt x="1" y="11105"/>
                  </a:cubicBezTo>
                  <a:cubicBezTo>
                    <a:pt x="1" y="17242"/>
                    <a:pt x="4987" y="22212"/>
                    <a:pt x="11106" y="22212"/>
                  </a:cubicBezTo>
                  <a:cubicBezTo>
                    <a:pt x="17225" y="22212"/>
                    <a:pt x="22212" y="17242"/>
                    <a:pt x="22212" y="11105"/>
                  </a:cubicBezTo>
                  <a:cubicBezTo>
                    <a:pt x="22212" y="4986"/>
                    <a:pt x="17225" y="0"/>
                    <a:pt x="1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7870039" y="1520494"/>
              <a:ext cx="97189" cy="96192"/>
            </a:xfrm>
            <a:custGeom>
              <a:avLst/>
              <a:gdLst/>
              <a:ahLst/>
              <a:cxnLst/>
              <a:rect l="l" t="t" r="r" b="b"/>
              <a:pathLst>
                <a:path w="7996" h="7914" extrusionOk="0">
                  <a:moveTo>
                    <a:pt x="4011" y="1"/>
                  </a:moveTo>
                  <a:cubicBezTo>
                    <a:pt x="1859" y="1"/>
                    <a:pt x="84" y="1730"/>
                    <a:pt x="51" y="3889"/>
                  </a:cubicBezTo>
                  <a:cubicBezTo>
                    <a:pt x="1" y="6070"/>
                    <a:pt x="1741" y="7879"/>
                    <a:pt x="3922" y="7912"/>
                  </a:cubicBezTo>
                  <a:cubicBezTo>
                    <a:pt x="3954" y="7913"/>
                    <a:pt x="3986" y="7913"/>
                    <a:pt x="4017" y="7913"/>
                  </a:cubicBezTo>
                  <a:cubicBezTo>
                    <a:pt x="6171" y="7913"/>
                    <a:pt x="7912" y="6191"/>
                    <a:pt x="7962" y="4042"/>
                  </a:cubicBezTo>
                  <a:cubicBezTo>
                    <a:pt x="7995" y="1861"/>
                    <a:pt x="6255" y="53"/>
                    <a:pt x="4074" y="1"/>
                  </a:cubicBezTo>
                  <a:cubicBezTo>
                    <a:pt x="4053" y="1"/>
                    <a:pt x="4032" y="1"/>
                    <a:pt x="4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7823803" y="1637592"/>
              <a:ext cx="184727" cy="105673"/>
            </a:xfrm>
            <a:custGeom>
              <a:avLst/>
              <a:gdLst/>
              <a:ahLst/>
              <a:cxnLst/>
              <a:rect l="l" t="t" r="r" b="b"/>
              <a:pathLst>
                <a:path w="15198" h="8694" extrusionOk="0">
                  <a:moveTo>
                    <a:pt x="7551" y="1"/>
                  </a:moveTo>
                  <a:cubicBezTo>
                    <a:pt x="4102" y="1"/>
                    <a:pt x="1150" y="2179"/>
                    <a:pt x="1" y="5243"/>
                  </a:cubicBezTo>
                  <a:cubicBezTo>
                    <a:pt x="1860" y="7305"/>
                    <a:pt x="4531" y="8641"/>
                    <a:pt x="7540" y="8691"/>
                  </a:cubicBezTo>
                  <a:cubicBezTo>
                    <a:pt x="7618" y="8693"/>
                    <a:pt x="7697" y="8694"/>
                    <a:pt x="7775" y="8694"/>
                  </a:cubicBezTo>
                  <a:cubicBezTo>
                    <a:pt x="10690" y="8694"/>
                    <a:pt x="13321" y="7473"/>
                    <a:pt x="15198" y="5531"/>
                  </a:cubicBezTo>
                  <a:cubicBezTo>
                    <a:pt x="14150" y="2369"/>
                    <a:pt x="11208" y="54"/>
                    <a:pt x="7709" y="3"/>
                  </a:cubicBezTo>
                  <a:cubicBezTo>
                    <a:pt x="7656" y="2"/>
                    <a:pt x="7603" y="1"/>
                    <a:pt x="7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0" name="Google Shape;1000;p64"/>
            <p:cNvGrpSpPr/>
            <p:nvPr/>
          </p:nvGrpSpPr>
          <p:grpSpPr>
            <a:xfrm>
              <a:off x="5306560" y="1715806"/>
              <a:ext cx="454888" cy="454888"/>
              <a:chOff x="5289166" y="402821"/>
              <a:chExt cx="801000" cy="801000"/>
            </a:xfrm>
          </p:grpSpPr>
          <p:sp>
            <p:nvSpPr>
              <p:cNvPr id="1001" name="Google Shape;1001;p64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3" name="Google Shape;1003;p64"/>
            <p:cNvSpPr/>
            <p:nvPr/>
          </p:nvSpPr>
          <p:spPr>
            <a:xfrm>
              <a:off x="8072364" y="2213821"/>
              <a:ext cx="292491" cy="29249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64"/>
            <p:cNvGrpSpPr/>
            <p:nvPr/>
          </p:nvGrpSpPr>
          <p:grpSpPr>
            <a:xfrm>
              <a:off x="6387030" y="2729646"/>
              <a:ext cx="995046" cy="816206"/>
              <a:chOff x="6710430" y="2844909"/>
              <a:chExt cx="995046" cy="816206"/>
            </a:xfrm>
          </p:grpSpPr>
          <p:sp>
            <p:nvSpPr>
              <p:cNvPr id="1005" name="Google Shape;1005;p64"/>
              <p:cNvSpPr/>
              <p:nvPr/>
            </p:nvSpPr>
            <p:spPr>
              <a:xfrm>
                <a:off x="6710430" y="2844909"/>
                <a:ext cx="995046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81865" h="53907" extrusionOk="0">
                    <a:moveTo>
                      <a:pt x="3110" y="0"/>
                    </a:moveTo>
                    <a:cubicBezTo>
                      <a:pt x="1386" y="0"/>
                      <a:pt x="0" y="1386"/>
                      <a:pt x="0" y="3094"/>
                    </a:cubicBezTo>
                    <a:lnTo>
                      <a:pt x="0" y="50813"/>
                    </a:lnTo>
                    <a:cubicBezTo>
                      <a:pt x="0" y="52521"/>
                      <a:pt x="1386" y="53907"/>
                      <a:pt x="3110" y="53907"/>
                    </a:cubicBezTo>
                    <a:lnTo>
                      <a:pt x="78771" y="53907"/>
                    </a:lnTo>
                    <a:cubicBezTo>
                      <a:pt x="80478" y="53907"/>
                      <a:pt x="81864" y="52521"/>
                      <a:pt x="81864" y="50813"/>
                    </a:cubicBezTo>
                    <a:lnTo>
                      <a:pt x="81864" y="3094"/>
                    </a:lnTo>
                    <a:cubicBezTo>
                      <a:pt x="81864" y="1386"/>
                      <a:pt x="80478" y="0"/>
                      <a:pt x="787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4"/>
              <p:cNvSpPr/>
              <p:nvPr/>
            </p:nvSpPr>
            <p:spPr>
              <a:xfrm>
                <a:off x="6748231" y="2882515"/>
                <a:ext cx="919672" cy="580024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4"/>
              <p:cNvSpPr/>
              <p:nvPr/>
            </p:nvSpPr>
            <p:spPr>
              <a:xfrm>
                <a:off x="6748231" y="3005570"/>
                <a:ext cx="919672" cy="456967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4"/>
              <p:cNvSpPr/>
              <p:nvPr/>
            </p:nvSpPr>
            <p:spPr>
              <a:xfrm>
                <a:off x="7225498" y="2979486"/>
                <a:ext cx="140560" cy="140548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4"/>
              <p:cNvSpPr/>
              <p:nvPr/>
            </p:nvSpPr>
            <p:spPr>
              <a:xfrm>
                <a:off x="7321087" y="3433715"/>
                <a:ext cx="227400" cy="2274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64"/>
            <p:cNvSpPr/>
            <p:nvPr/>
          </p:nvSpPr>
          <p:spPr>
            <a:xfrm>
              <a:off x="6878913" y="3637361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4"/>
            <p:cNvSpPr/>
            <p:nvPr/>
          </p:nvSpPr>
          <p:spPr>
            <a:xfrm>
              <a:off x="8364857" y="248429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4"/>
            <p:cNvSpPr/>
            <p:nvPr/>
          </p:nvSpPr>
          <p:spPr>
            <a:xfrm>
              <a:off x="7170539" y="147307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4"/>
            <p:cNvSpPr/>
            <p:nvPr/>
          </p:nvSpPr>
          <p:spPr>
            <a:xfrm>
              <a:off x="5226503" y="2396433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4"/>
            <p:cNvSpPr/>
            <p:nvPr/>
          </p:nvSpPr>
          <p:spPr>
            <a:xfrm>
              <a:off x="5029270" y="2748958"/>
              <a:ext cx="270900" cy="2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6">
            <a:hlinkClick r:id="rId3" action="ppaction://hlinksldjump"/>
          </p:cNvPr>
          <p:cNvSpPr txBox="1">
            <a:spLocks noGrp="1"/>
          </p:cNvSpPr>
          <p:nvPr>
            <p:ph type="title" idx="17"/>
          </p:nvPr>
        </p:nvSpPr>
        <p:spPr>
          <a:xfrm>
            <a:off x="4679838" y="3555683"/>
            <a:ext cx="749936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r>
              <a:rPr lang="en" sz="1600" dirty="0"/>
              <a:t>06</a:t>
            </a:r>
            <a:endParaRPr dirty="0"/>
          </a:p>
        </p:txBody>
      </p:sp>
      <p:sp>
        <p:nvSpPr>
          <p:cNvPr id="1030" name="Google Shape;1030;p66">
            <a:hlinkClick r:id="rId4" action="ppaction://hlinksldjump"/>
          </p:cNvPr>
          <p:cNvSpPr txBox="1">
            <a:spLocks noGrp="1"/>
          </p:cNvSpPr>
          <p:nvPr>
            <p:ph type="title" idx="18"/>
          </p:nvPr>
        </p:nvSpPr>
        <p:spPr>
          <a:xfrm>
            <a:off x="4767072" y="2517950"/>
            <a:ext cx="662703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05</a:t>
            </a:r>
            <a:endParaRPr sz="1600" dirty="0"/>
          </a:p>
        </p:txBody>
      </p:sp>
      <p:sp>
        <p:nvSpPr>
          <p:cNvPr id="1031" name="Google Shape;1031;p66">
            <a:hlinkClick r:id="" action="ppaction://noaction"/>
          </p:cNvPr>
          <p:cNvSpPr txBox="1">
            <a:spLocks noGrp="1"/>
          </p:cNvSpPr>
          <p:nvPr>
            <p:ph type="title" idx="19"/>
          </p:nvPr>
        </p:nvSpPr>
        <p:spPr>
          <a:xfrm>
            <a:off x="4679825" y="1480217"/>
            <a:ext cx="749965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1400" dirty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32" name="Google Shape;1032;p66">
            <a:hlinkClick r:id="" action="ppaction://noaction"/>
          </p:cNvPr>
          <p:cNvSpPr txBox="1">
            <a:spLocks noGrp="1"/>
          </p:cNvSpPr>
          <p:nvPr>
            <p:ph type="title" idx="2"/>
          </p:nvPr>
        </p:nvSpPr>
        <p:spPr>
          <a:xfrm>
            <a:off x="2159813" y="2534748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Problem</a:t>
            </a:r>
            <a:endParaRPr sz="1400" dirty="0"/>
          </a:p>
        </p:txBody>
      </p:sp>
      <p:sp>
        <p:nvSpPr>
          <p:cNvPr id="1033" name="Google Shape;1033;p66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5944284" y="1480217"/>
            <a:ext cx="2128873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Non-Functional</a:t>
            </a:r>
            <a:endParaRPr sz="1400" dirty="0"/>
          </a:p>
        </p:txBody>
      </p:sp>
      <p:sp>
        <p:nvSpPr>
          <p:cNvPr id="1034" name="Google Shape;1034;p66">
            <a:hlinkClick r:id="" action="ppaction://noaction"/>
          </p:cNvPr>
          <p:cNvSpPr txBox="1">
            <a:spLocks noGrp="1"/>
          </p:cNvSpPr>
          <p:nvPr>
            <p:ph type="title" idx="5"/>
          </p:nvPr>
        </p:nvSpPr>
        <p:spPr>
          <a:xfrm>
            <a:off x="2159813" y="3555683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Main </a:t>
            </a:r>
            <a:r>
              <a:rPr lang="en" dirty="0"/>
              <a:t> </a:t>
            </a:r>
            <a:endParaRPr dirty="0"/>
          </a:p>
        </p:txBody>
      </p:sp>
      <p:sp>
        <p:nvSpPr>
          <p:cNvPr id="1035" name="Google Shape;1035;p66">
            <a:hlinkClick r:id="rId5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2159813" y="1480217"/>
            <a:ext cx="23055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About The</a:t>
            </a:r>
            <a:endParaRPr sz="1600" dirty="0"/>
          </a:p>
        </p:txBody>
      </p:sp>
      <p:sp>
        <p:nvSpPr>
          <p:cNvPr id="1036" name="Google Shape;1036;p66">
            <a:hlinkClick r:id="rId4" action="ppaction://hlinksldjump"/>
          </p:cNvPr>
          <p:cNvSpPr txBox="1">
            <a:spLocks noGrp="1"/>
          </p:cNvSpPr>
          <p:nvPr>
            <p:ph type="title" idx="9"/>
          </p:nvPr>
        </p:nvSpPr>
        <p:spPr>
          <a:xfrm>
            <a:off x="5833431" y="2553750"/>
            <a:ext cx="2586945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Project Stages</a:t>
            </a:r>
            <a:endParaRPr sz="1400" dirty="0"/>
          </a:p>
        </p:txBody>
      </p:sp>
      <p:sp>
        <p:nvSpPr>
          <p:cNvPr id="1038" name="Google Shape;1038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039" name="Google Shape;1039;p66"/>
          <p:cNvSpPr txBox="1">
            <a:spLocks noGrp="1"/>
          </p:cNvSpPr>
          <p:nvPr>
            <p:ph type="subTitle" idx="1"/>
          </p:nvPr>
        </p:nvSpPr>
        <p:spPr>
          <a:xfrm>
            <a:off x="3016442" y="2588094"/>
            <a:ext cx="1787144" cy="160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Statement</a:t>
            </a:r>
            <a:endParaRPr sz="1100" b="1" dirty="0">
              <a:latin typeface="Montserrat" panose="00000500000000000000" pitchFamily="2" charset="0"/>
            </a:endParaRPr>
          </a:p>
        </p:txBody>
      </p:sp>
      <p:sp>
        <p:nvSpPr>
          <p:cNvPr id="1040" name="Google Shape;1040;p66"/>
          <p:cNvSpPr txBox="1">
            <a:spLocks noGrp="1"/>
          </p:cNvSpPr>
          <p:nvPr>
            <p:ph type="subTitle" idx="4"/>
          </p:nvPr>
        </p:nvSpPr>
        <p:spPr>
          <a:xfrm>
            <a:off x="5767660" y="1761942"/>
            <a:ext cx="2181524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Montserrat" panose="00000500000000000000" pitchFamily="2" charset="0"/>
              </a:rPr>
              <a:t>   </a:t>
            </a:r>
            <a:r>
              <a:rPr lang="en-US" b="1" dirty="0">
                <a:latin typeface="Montserrat" panose="00000500000000000000" pitchFamily="2" charset="0"/>
              </a:rPr>
              <a:t>Requirements</a:t>
            </a:r>
            <a:r>
              <a:rPr lang="en-US" sz="1800" b="1" dirty="0">
                <a:latin typeface="Montserrat" panose="00000500000000000000" pitchFamily="2" charset="0"/>
              </a:rPr>
              <a:t>  </a:t>
            </a:r>
            <a:endParaRPr sz="1800" b="1" dirty="0">
              <a:latin typeface="Montserrat" panose="00000500000000000000" pitchFamily="2" charset="0"/>
            </a:endParaRPr>
          </a:p>
        </p:txBody>
      </p:sp>
      <p:sp>
        <p:nvSpPr>
          <p:cNvPr id="1041" name="Google Shape;1041;p66"/>
          <p:cNvSpPr txBox="1">
            <a:spLocks noGrp="1"/>
          </p:cNvSpPr>
          <p:nvPr>
            <p:ph type="subTitle" idx="6"/>
          </p:nvPr>
        </p:nvSpPr>
        <p:spPr>
          <a:xfrm>
            <a:off x="2700528" y="3560266"/>
            <a:ext cx="1619169" cy="2465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Features</a:t>
            </a:r>
            <a:endParaRPr b="1" dirty="0">
              <a:latin typeface="Montserrat" panose="00000500000000000000" pitchFamily="2" charset="0"/>
            </a:endParaRPr>
          </a:p>
        </p:txBody>
      </p:sp>
      <p:sp>
        <p:nvSpPr>
          <p:cNvPr id="1042" name="Google Shape;1042;p66"/>
          <p:cNvSpPr txBox="1">
            <a:spLocks noGrp="1"/>
          </p:cNvSpPr>
          <p:nvPr>
            <p:ph type="subTitle" idx="8"/>
          </p:nvPr>
        </p:nvSpPr>
        <p:spPr>
          <a:xfrm>
            <a:off x="3322320" y="1521532"/>
            <a:ext cx="1328160" cy="160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Project</a:t>
            </a:r>
            <a:endParaRPr sz="1600" b="1" dirty="0">
              <a:latin typeface="Montserrat" panose="00000500000000000000" pitchFamily="2" charset="0"/>
            </a:endParaRPr>
          </a:p>
        </p:txBody>
      </p:sp>
      <p:sp>
        <p:nvSpPr>
          <p:cNvPr id="1043" name="Google Shape;1043;p66"/>
          <p:cNvSpPr txBox="1">
            <a:spLocks noGrp="1"/>
          </p:cNvSpPr>
          <p:nvPr>
            <p:ph type="subTitle" idx="13"/>
          </p:nvPr>
        </p:nvSpPr>
        <p:spPr>
          <a:xfrm>
            <a:off x="8187898" y="2493195"/>
            <a:ext cx="236101" cy="2304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  </a:t>
            </a:r>
            <a:endParaRPr b="1" dirty="0">
              <a:latin typeface="Montserrat" panose="00000500000000000000" pitchFamily="2" charset="0"/>
            </a:endParaRPr>
          </a:p>
        </p:txBody>
      </p:sp>
      <p:sp>
        <p:nvSpPr>
          <p:cNvPr id="1044" name="Google Shape;1044;p66"/>
          <p:cNvSpPr txBox="1">
            <a:spLocks noGrp="1"/>
          </p:cNvSpPr>
          <p:nvPr>
            <p:ph type="subTitle" idx="15"/>
          </p:nvPr>
        </p:nvSpPr>
        <p:spPr>
          <a:xfrm>
            <a:off x="5767646" y="3555683"/>
            <a:ext cx="1664208" cy="2282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    Conclusion</a:t>
            </a:r>
            <a:endParaRPr b="1" dirty="0">
              <a:latin typeface="Montserrat" panose="00000500000000000000" pitchFamily="2" charset="0"/>
            </a:endParaRPr>
          </a:p>
        </p:txBody>
      </p:sp>
      <p:sp>
        <p:nvSpPr>
          <p:cNvPr id="1045" name="Google Shape;1045;p66">
            <a:hlinkClick r:id="" action="ppaction://noaction"/>
          </p:cNvPr>
          <p:cNvSpPr txBox="1">
            <a:spLocks noGrp="1"/>
          </p:cNvSpPr>
          <p:nvPr>
            <p:ph type="title" idx="16"/>
          </p:nvPr>
        </p:nvSpPr>
        <p:spPr>
          <a:xfrm>
            <a:off x="1070825" y="3555683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03</a:t>
            </a:r>
            <a:endParaRPr sz="1600" dirty="0"/>
          </a:p>
        </p:txBody>
      </p:sp>
      <p:sp>
        <p:nvSpPr>
          <p:cNvPr id="1046" name="Google Shape;1046;p66">
            <a:hlinkClick r:id="" action="ppaction://noaction"/>
          </p:cNvPr>
          <p:cNvSpPr txBox="1">
            <a:spLocks noGrp="1"/>
          </p:cNvSpPr>
          <p:nvPr>
            <p:ph type="title" idx="20"/>
          </p:nvPr>
        </p:nvSpPr>
        <p:spPr>
          <a:xfrm>
            <a:off x="1070838" y="2517950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02</a:t>
            </a:r>
            <a:endParaRPr sz="1400" dirty="0"/>
          </a:p>
        </p:txBody>
      </p:sp>
      <p:sp>
        <p:nvSpPr>
          <p:cNvPr id="1047" name="Google Shape;1047;p66">
            <a:hlinkClick r:id="rId5" action="ppaction://hlinksldjump"/>
          </p:cNvPr>
          <p:cNvSpPr txBox="1">
            <a:spLocks noGrp="1"/>
          </p:cNvSpPr>
          <p:nvPr>
            <p:ph type="title" idx="21"/>
          </p:nvPr>
        </p:nvSpPr>
        <p:spPr>
          <a:xfrm>
            <a:off x="1070838" y="1480217"/>
            <a:ext cx="873300" cy="25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01</a:t>
            </a:r>
            <a:endParaRPr sz="1400" dirty="0"/>
          </a:p>
        </p:txBody>
      </p:sp>
      <p:grpSp>
        <p:nvGrpSpPr>
          <p:cNvPr id="1048" name="Google Shape;1048;p66"/>
          <p:cNvGrpSpPr/>
          <p:nvPr/>
        </p:nvGrpSpPr>
        <p:grpSpPr>
          <a:xfrm flipH="1">
            <a:off x="1772990" y="1558774"/>
            <a:ext cx="337856" cy="93999"/>
            <a:chOff x="5963614" y="809024"/>
            <a:chExt cx="339690" cy="94500"/>
          </a:xfrm>
        </p:grpSpPr>
        <p:sp>
          <p:nvSpPr>
            <p:cNvPr id="1049" name="Google Shape;1049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1" name="Google Shape;1051;p66"/>
          <p:cNvGrpSpPr/>
          <p:nvPr/>
        </p:nvGrpSpPr>
        <p:grpSpPr>
          <a:xfrm flipH="1">
            <a:off x="1772990" y="2638049"/>
            <a:ext cx="337856" cy="93999"/>
            <a:chOff x="5963614" y="809024"/>
            <a:chExt cx="339690" cy="94500"/>
          </a:xfrm>
        </p:grpSpPr>
        <p:sp>
          <p:nvSpPr>
            <p:cNvPr id="1052" name="Google Shape;1052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66"/>
          <p:cNvGrpSpPr/>
          <p:nvPr/>
        </p:nvGrpSpPr>
        <p:grpSpPr>
          <a:xfrm flipH="1">
            <a:off x="1772990" y="3654349"/>
            <a:ext cx="337856" cy="93999"/>
            <a:chOff x="5963614" y="809024"/>
            <a:chExt cx="339690" cy="94500"/>
          </a:xfrm>
        </p:grpSpPr>
        <p:sp>
          <p:nvSpPr>
            <p:cNvPr id="1055" name="Google Shape;1055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66"/>
          <p:cNvGrpSpPr/>
          <p:nvPr/>
        </p:nvGrpSpPr>
        <p:grpSpPr>
          <a:xfrm flipH="1">
            <a:off x="5429790" y="1558774"/>
            <a:ext cx="337856" cy="93999"/>
            <a:chOff x="5963614" y="809024"/>
            <a:chExt cx="339690" cy="94500"/>
          </a:xfrm>
        </p:grpSpPr>
        <p:sp>
          <p:nvSpPr>
            <p:cNvPr id="1058" name="Google Shape;1058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66"/>
          <p:cNvGrpSpPr/>
          <p:nvPr/>
        </p:nvGrpSpPr>
        <p:grpSpPr>
          <a:xfrm flipH="1">
            <a:off x="5429790" y="2638049"/>
            <a:ext cx="337856" cy="93999"/>
            <a:chOff x="5963614" y="809024"/>
            <a:chExt cx="339690" cy="94500"/>
          </a:xfrm>
        </p:grpSpPr>
        <p:sp>
          <p:nvSpPr>
            <p:cNvPr id="1061" name="Google Shape;1061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66"/>
          <p:cNvGrpSpPr/>
          <p:nvPr/>
        </p:nvGrpSpPr>
        <p:grpSpPr>
          <a:xfrm flipH="1">
            <a:off x="5429790" y="3654349"/>
            <a:ext cx="337856" cy="93999"/>
            <a:chOff x="5963614" y="809024"/>
            <a:chExt cx="339690" cy="94500"/>
          </a:xfrm>
        </p:grpSpPr>
        <p:sp>
          <p:nvSpPr>
            <p:cNvPr id="1064" name="Google Shape;1064;p6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6" name="Google Shape;1066;p6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6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6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66">
            <a:hlinkClick r:id="rId6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C80AAA-EA7C-1435-8057-54514A0E5463}"/>
              </a:ext>
            </a:extLst>
          </p:cNvPr>
          <p:cNvSpPr>
            <a:spLocks noGrp="1"/>
          </p:cNvSpPr>
          <p:nvPr>
            <p:ph type="title" idx="14"/>
          </p:nvPr>
        </p:nvSpPr>
        <p:spPr>
          <a:xfrm>
            <a:off x="8073157" y="4285074"/>
            <a:ext cx="702152" cy="188901"/>
          </a:xfrm>
        </p:spPr>
        <p:txBody>
          <a:bodyPr/>
          <a:lstStyle/>
          <a:p>
            <a:r>
              <a:rPr lang="en-PK" dirty="0"/>
              <a:t>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78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the project</a:t>
            </a:r>
            <a:endParaRPr dirty="0"/>
          </a:p>
        </p:txBody>
      </p:sp>
      <p:grpSp>
        <p:nvGrpSpPr>
          <p:cNvPr id="1614" name="Google Shape;1614;p78"/>
          <p:cNvGrpSpPr/>
          <p:nvPr/>
        </p:nvGrpSpPr>
        <p:grpSpPr>
          <a:xfrm>
            <a:off x="4572002" y="983473"/>
            <a:ext cx="3648694" cy="3149998"/>
            <a:chOff x="4572002" y="983473"/>
            <a:chExt cx="3648694" cy="3149998"/>
          </a:xfrm>
        </p:grpSpPr>
        <p:sp>
          <p:nvSpPr>
            <p:cNvPr id="1615" name="Google Shape;1615;p78"/>
            <p:cNvSpPr/>
            <p:nvPr/>
          </p:nvSpPr>
          <p:spPr>
            <a:xfrm>
              <a:off x="5114109" y="3393901"/>
              <a:ext cx="305056" cy="711891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78"/>
            <p:cNvSpPr/>
            <p:nvPr/>
          </p:nvSpPr>
          <p:spPr>
            <a:xfrm rot="-347953">
              <a:off x="7458837" y="1988443"/>
              <a:ext cx="319131" cy="101067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7" name="Google Shape;1617;p78"/>
            <p:cNvGrpSpPr/>
            <p:nvPr/>
          </p:nvGrpSpPr>
          <p:grpSpPr>
            <a:xfrm>
              <a:off x="4572002" y="983473"/>
              <a:ext cx="3648694" cy="3149998"/>
              <a:chOff x="775925" y="238125"/>
              <a:chExt cx="6067000" cy="5237775"/>
            </a:xfrm>
          </p:grpSpPr>
          <p:sp>
            <p:nvSpPr>
              <p:cNvPr id="1618" name="Google Shape;1618;p78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78"/>
              <p:cNvSpPr/>
              <p:nvPr/>
            </p:nvSpPr>
            <p:spPr>
              <a:xfrm>
                <a:off x="2001075" y="3034875"/>
                <a:ext cx="2476850" cy="23673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694" extrusionOk="0">
                    <a:moveTo>
                      <a:pt x="1" y="1"/>
                    </a:moveTo>
                    <a:lnTo>
                      <a:pt x="1" y="84609"/>
                    </a:lnTo>
                    <a:cubicBezTo>
                      <a:pt x="1" y="90173"/>
                      <a:pt x="4506" y="94693"/>
                      <a:pt x="10070" y="94693"/>
                    </a:cubicBezTo>
                    <a:lnTo>
                      <a:pt x="89020" y="94693"/>
                    </a:lnTo>
                    <a:cubicBezTo>
                      <a:pt x="94570" y="94693"/>
                      <a:pt x="99074" y="90173"/>
                      <a:pt x="99074" y="84609"/>
                    </a:cubicBezTo>
                    <a:lnTo>
                      <a:pt x="99074" y="1"/>
                    </a:ln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78"/>
              <p:cNvSpPr/>
              <p:nvPr/>
            </p:nvSpPr>
            <p:spPr>
              <a:xfrm>
                <a:off x="2236850" y="3453400"/>
                <a:ext cx="2041200" cy="1498350"/>
              </a:xfrm>
              <a:custGeom>
                <a:avLst/>
                <a:gdLst/>
                <a:ahLst/>
                <a:cxnLst/>
                <a:rect l="l" t="t" r="r" b="b"/>
                <a:pathLst>
                  <a:path w="81648" h="59934" extrusionOk="0">
                    <a:moveTo>
                      <a:pt x="3944" y="1"/>
                    </a:moveTo>
                    <a:cubicBezTo>
                      <a:pt x="1761" y="1"/>
                      <a:pt x="1" y="1762"/>
                      <a:pt x="1" y="3944"/>
                    </a:cubicBezTo>
                    <a:lnTo>
                      <a:pt x="1" y="55991"/>
                    </a:lnTo>
                    <a:cubicBezTo>
                      <a:pt x="1" y="58173"/>
                      <a:pt x="1761" y="59934"/>
                      <a:pt x="3944" y="59934"/>
                    </a:cubicBezTo>
                    <a:lnTo>
                      <a:pt x="77703" y="59934"/>
                    </a:lnTo>
                    <a:cubicBezTo>
                      <a:pt x="79885" y="59934"/>
                      <a:pt x="81647" y="58173"/>
                      <a:pt x="81647" y="55991"/>
                    </a:cubicBezTo>
                    <a:lnTo>
                      <a:pt x="81647" y="3944"/>
                    </a:lnTo>
                    <a:cubicBezTo>
                      <a:pt x="81647" y="1762"/>
                      <a:pt x="79885" y="1"/>
                      <a:pt x="77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78"/>
              <p:cNvSpPr/>
              <p:nvPr/>
            </p:nvSpPr>
            <p:spPr>
              <a:xfrm>
                <a:off x="2462450" y="3643575"/>
                <a:ext cx="728750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23600" extrusionOk="0">
                    <a:moveTo>
                      <a:pt x="1607" y="0"/>
                    </a:moveTo>
                    <a:cubicBezTo>
                      <a:pt x="718" y="0"/>
                      <a:pt x="1" y="717"/>
                      <a:pt x="1" y="1590"/>
                    </a:cubicBezTo>
                    <a:lnTo>
                      <a:pt x="1" y="21994"/>
                    </a:lnTo>
                    <a:cubicBezTo>
                      <a:pt x="1" y="22883"/>
                      <a:pt x="718" y="23600"/>
                      <a:pt x="1607" y="23600"/>
                    </a:cubicBezTo>
                    <a:lnTo>
                      <a:pt x="27559" y="23600"/>
                    </a:lnTo>
                    <a:cubicBezTo>
                      <a:pt x="28449" y="23600"/>
                      <a:pt x="29149" y="22883"/>
                      <a:pt x="29149" y="21994"/>
                    </a:cubicBezTo>
                    <a:lnTo>
                      <a:pt x="29149" y="1590"/>
                    </a:lnTo>
                    <a:cubicBezTo>
                      <a:pt x="29149" y="717"/>
                      <a:pt x="28449" y="0"/>
                      <a:pt x="27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78"/>
              <p:cNvSpPr/>
              <p:nvPr/>
            </p:nvSpPr>
            <p:spPr>
              <a:xfrm>
                <a:off x="3323300" y="3643575"/>
                <a:ext cx="728725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49" h="23600" extrusionOk="0">
                    <a:moveTo>
                      <a:pt x="1605" y="0"/>
                    </a:moveTo>
                    <a:cubicBezTo>
                      <a:pt x="717" y="0"/>
                      <a:pt x="0" y="717"/>
                      <a:pt x="0" y="1590"/>
                    </a:cubicBezTo>
                    <a:lnTo>
                      <a:pt x="0" y="21994"/>
                    </a:lnTo>
                    <a:cubicBezTo>
                      <a:pt x="0" y="22883"/>
                      <a:pt x="717" y="23600"/>
                      <a:pt x="1605" y="23600"/>
                    </a:cubicBezTo>
                    <a:lnTo>
                      <a:pt x="27558" y="23600"/>
                    </a:lnTo>
                    <a:cubicBezTo>
                      <a:pt x="28446" y="23600"/>
                      <a:pt x="29148" y="22883"/>
                      <a:pt x="29148" y="21994"/>
                    </a:cubicBezTo>
                    <a:lnTo>
                      <a:pt x="29148" y="1590"/>
                    </a:lnTo>
                    <a:cubicBezTo>
                      <a:pt x="29148" y="717"/>
                      <a:pt x="28446" y="0"/>
                      <a:pt x="27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78"/>
              <p:cNvSpPr/>
              <p:nvPr/>
            </p:nvSpPr>
            <p:spPr>
              <a:xfrm>
                <a:off x="2462450" y="4374225"/>
                <a:ext cx="15895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1" extrusionOk="0">
                    <a:moveTo>
                      <a:pt x="1248" y="0"/>
                    </a:moveTo>
                    <a:cubicBezTo>
                      <a:pt x="562" y="0"/>
                      <a:pt x="1" y="561"/>
                      <a:pt x="1" y="1263"/>
                    </a:cubicBezTo>
                    <a:cubicBezTo>
                      <a:pt x="1" y="1949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9"/>
                      <a:pt x="63582" y="1263"/>
                    </a:cubicBezTo>
                    <a:cubicBezTo>
                      <a:pt x="63582" y="561"/>
                      <a:pt x="63036" y="0"/>
                      <a:pt x="62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78"/>
              <p:cNvSpPr/>
              <p:nvPr/>
            </p:nvSpPr>
            <p:spPr>
              <a:xfrm>
                <a:off x="2462450" y="4536725"/>
                <a:ext cx="1589575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0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48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8"/>
                      <a:pt x="63582" y="1248"/>
                    </a:cubicBezTo>
                    <a:cubicBezTo>
                      <a:pt x="63582" y="562"/>
                      <a:pt x="63036" y="1"/>
                      <a:pt x="6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78"/>
              <p:cNvSpPr/>
              <p:nvPr/>
            </p:nvSpPr>
            <p:spPr>
              <a:xfrm>
                <a:off x="2462450" y="4699200"/>
                <a:ext cx="60327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495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34"/>
                      <a:pt x="562" y="2495"/>
                      <a:pt x="1248" y="2495"/>
                    </a:cubicBezTo>
                    <a:lnTo>
                      <a:pt x="22883" y="2495"/>
                    </a:lnTo>
                    <a:cubicBezTo>
                      <a:pt x="23569" y="2495"/>
                      <a:pt x="24130" y="1934"/>
                      <a:pt x="24130" y="1248"/>
                    </a:cubicBezTo>
                    <a:cubicBezTo>
                      <a:pt x="24130" y="562"/>
                      <a:pt x="23569" y="1"/>
                      <a:pt x="22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78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78"/>
              <p:cNvSpPr/>
              <p:nvPr/>
            </p:nvSpPr>
            <p:spPr>
              <a:xfrm>
                <a:off x="2001075" y="677300"/>
                <a:ext cx="2476850" cy="235760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78"/>
              <p:cNvSpPr/>
              <p:nvPr/>
            </p:nvSpPr>
            <p:spPr>
              <a:xfrm>
                <a:off x="2714975" y="1167900"/>
                <a:ext cx="1049050" cy="1051400"/>
              </a:xfrm>
              <a:custGeom>
                <a:avLst/>
                <a:gdLst/>
                <a:ahLst/>
                <a:cxnLst/>
                <a:rect l="l" t="t" r="r" b="b"/>
                <a:pathLst>
                  <a:path w="41962" h="42056" extrusionOk="0">
                    <a:moveTo>
                      <a:pt x="20981" y="0"/>
                    </a:moveTo>
                    <a:cubicBezTo>
                      <a:pt x="9415" y="0"/>
                      <a:pt x="1" y="9431"/>
                      <a:pt x="1" y="21028"/>
                    </a:cubicBezTo>
                    <a:cubicBezTo>
                      <a:pt x="1" y="32625"/>
                      <a:pt x="9415" y="42055"/>
                      <a:pt x="20981" y="42055"/>
                    </a:cubicBezTo>
                    <a:cubicBezTo>
                      <a:pt x="32563" y="42055"/>
                      <a:pt x="41962" y="32625"/>
                      <a:pt x="41962" y="21028"/>
                    </a:cubicBezTo>
                    <a:cubicBezTo>
                      <a:pt x="41962" y="9431"/>
                      <a:pt x="32563" y="0"/>
                      <a:pt x="209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200025" dist="19050" dir="5400000" algn="bl" rotWithShape="0">
                  <a:schemeClr val="dk1">
                    <a:alpha val="32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78"/>
              <p:cNvSpPr/>
              <p:nvPr/>
            </p:nvSpPr>
            <p:spPr>
              <a:xfrm>
                <a:off x="3052850" y="1319100"/>
                <a:ext cx="373725" cy="374525"/>
              </a:xfrm>
              <a:custGeom>
                <a:avLst/>
                <a:gdLst/>
                <a:ahLst/>
                <a:cxnLst/>
                <a:rect l="l" t="t" r="r" b="b"/>
                <a:pathLst>
                  <a:path w="14949" h="14981" extrusionOk="0">
                    <a:moveTo>
                      <a:pt x="7466" y="0"/>
                    </a:moveTo>
                    <a:cubicBezTo>
                      <a:pt x="3336" y="0"/>
                      <a:pt x="0" y="3352"/>
                      <a:pt x="0" y="7482"/>
                    </a:cubicBezTo>
                    <a:cubicBezTo>
                      <a:pt x="0" y="11628"/>
                      <a:pt x="3336" y="14980"/>
                      <a:pt x="7466" y="14980"/>
                    </a:cubicBezTo>
                    <a:cubicBezTo>
                      <a:pt x="11597" y="14980"/>
                      <a:pt x="14948" y="11628"/>
                      <a:pt x="14948" y="7482"/>
                    </a:cubicBezTo>
                    <a:cubicBezTo>
                      <a:pt x="14948" y="3352"/>
                      <a:pt x="11597" y="0"/>
                      <a:pt x="7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78"/>
              <p:cNvSpPr/>
              <p:nvPr/>
            </p:nvSpPr>
            <p:spPr>
              <a:xfrm>
                <a:off x="2880600" y="1774650"/>
                <a:ext cx="718200" cy="411900"/>
              </a:xfrm>
              <a:custGeom>
                <a:avLst/>
                <a:gdLst/>
                <a:ahLst/>
                <a:cxnLst/>
                <a:rect l="l" t="t" r="r" b="b"/>
                <a:pathLst>
                  <a:path w="28728" h="16476" extrusionOk="0">
                    <a:moveTo>
                      <a:pt x="14356" y="1"/>
                    </a:moveTo>
                    <a:cubicBezTo>
                      <a:pt x="7716" y="1"/>
                      <a:pt x="2090" y="4255"/>
                      <a:pt x="1" y="10195"/>
                    </a:cubicBezTo>
                    <a:cubicBezTo>
                      <a:pt x="3586" y="14044"/>
                      <a:pt x="8682" y="16476"/>
                      <a:pt x="14356" y="16476"/>
                    </a:cubicBezTo>
                    <a:cubicBezTo>
                      <a:pt x="20030" y="16476"/>
                      <a:pt x="25143" y="14044"/>
                      <a:pt x="28728" y="10195"/>
                    </a:cubicBezTo>
                    <a:cubicBezTo>
                      <a:pt x="26639" y="4255"/>
                      <a:pt x="20996" y="1"/>
                      <a:pt x="14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78"/>
              <p:cNvSpPr/>
              <p:nvPr/>
            </p:nvSpPr>
            <p:spPr>
              <a:xfrm>
                <a:off x="2796425" y="2406725"/>
                <a:ext cx="8292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33171" h="2838" extrusionOk="0">
                    <a:moveTo>
                      <a:pt x="1419" y="0"/>
                    </a:moveTo>
                    <a:cubicBezTo>
                      <a:pt x="639" y="0"/>
                      <a:pt x="1" y="639"/>
                      <a:pt x="1" y="1418"/>
                    </a:cubicBezTo>
                    <a:cubicBezTo>
                      <a:pt x="1" y="2197"/>
                      <a:pt x="639" y="2837"/>
                      <a:pt x="1419" y="2837"/>
                    </a:cubicBezTo>
                    <a:lnTo>
                      <a:pt x="31768" y="2837"/>
                    </a:lnTo>
                    <a:cubicBezTo>
                      <a:pt x="32547" y="2837"/>
                      <a:pt x="33171" y="2197"/>
                      <a:pt x="33171" y="1418"/>
                    </a:cubicBezTo>
                    <a:cubicBezTo>
                      <a:pt x="33171" y="639"/>
                      <a:pt x="32547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78"/>
              <p:cNvSpPr/>
              <p:nvPr/>
            </p:nvSpPr>
            <p:spPr>
              <a:xfrm>
                <a:off x="2962825" y="2584775"/>
                <a:ext cx="4968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19875" h="2838" extrusionOk="0">
                    <a:moveTo>
                      <a:pt x="1403" y="1"/>
                    </a:moveTo>
                    <a:cubicBezTo>
                      <a:pt x="624" y="1"/>
                      <a:pt x="0" y="641"/>
                      <a:pt x="0" y="1420"/>
                    </a:cubicBezTo>
                    <a:cubicBezTo>
                      <a:pt x="0" y="2199"/>
                      <a:pt x="624" y="2838"/>
                      <a:pt x="1403" y="2838"/>
                    </a:cubicBezTo>
                    <a:lnTo>
                      <a:pt x="18456" y="2838"/>
                    </a:lnTo>
                    <a:cubicBezTo>
                      <a:pt x="19235" y="2838"/>
                      <a:pt x="19875" y="2199"/>
                      <a:pt x="19875" y="1420"/>
                    </a:cubicBezTo>
                    <a:cubicBezTo>
                      <a:pt x="19875" y="641"/>
                      <a:pt x="19235" y="1"/>
                      <a:pt x="184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78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78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78"/>
              <p:cNvSpPr/>
              <p:nvPr/>
            </p:nvSpPr>
            <p:spPr>
              <a:xfrm>
                <a:off x="4079650" y="1137125"/>
                <a:ext cx="1760625" cy="2495925"/>
              </a:xfrm>
              <a:custGeom>
                <a:avLst/>
                <a:gdLst/>
                <a:ahLst/>
                <a:cxnLst/>
                <a:rect l="l" t="t" r="r" b="b"/>
                <a:pathLst>
                  <a:path w="70425" h="99837" extrusionOk="0">
                    <a:moveTo>
                      <a:pt x="4084" y="1"/>
                    </a:moveTo>
                    <a:cubicBezTo>
                      <a:pt x="1840" y="1"/>
                      <a:pt x="0" y="1824"/>
                      <a:pt x="0" y="4085"/>
                    </a:cubicBezTo>
                    <a:lnTo>
                      <a:pt x="0" y="95753"/>
                    </a:lnTo>
                    <a:cubicBezTo>
                      <a:pt x="0" y="97998"/>
                      <a:pt x="1840" y="99837"/>
                      <a:pt x="4084" y="99837"/>
                    </a:cubicBezTo>
                    <a:lnTo>
                      <a:pt x="66340" y="99837"/>
                    </a:lnTo>
                    <a:cubicBezTo>
                      <a:pt x="68601" y="99837"/>
                      <a:pt x="70424" y="97998"/>
                      <a:pt x="70424" y="95753"/>
                    </a:cubicBezTo>
                    <a:lnTo>
                      <a:pt x="70424" y="4085"/>
                    </a:lnTo>
                    <a:cubicBezTo>
                      <a:pt x="70424" y="1824"/>
                      <a:pt x="68601" y="1"/>
                      <a:pt x="663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14313" dist="19050" dir="12780000" algn="bl" rotWithShape="0">
                  <a:schemeClr val="dk1">
                    <a:alpha val="4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78"/>
              <p:cNvSpPr/>
              <p:nvPr/>
            </p:nvSpPr>
            <p:spPr>
              <a:xfrm>
                <a:off x="4445175" y="1505375"/>
                <a:ext cx="1036975" cy="1232975"/>
              </a:xfrm>
              <a:custGeom>
                <a:avLst/>
                <a:gdLst/>
                <a:ahLst/>
                <a:cxnLst/>
                <a:rect l="l" t="t" r="r" b="b"/>
                <a:pathLst>
                  <a:path w="41479" h="49319" extrusionOk="0">
                    <a:moveTo>
                      <a:pt x="20732" y="13966"/>
                    </a:moveTo>
                    <a:cubicBezTo>
                      <a:pt x="17895" y="13966"/>
                      <a:pt x="15604" y="16273"/>
                      <a:pt x="15604" y="19126"/>
                    </a:cubicBezTo>
                    <a:cubicBezTo>
                      <a:pt x="15604" y="21090"/>
                      <a:pt x="16695" y="22789"/>
                      <a:pt x="18300" y="23662"/>
                    </a:cubicBezTo>
                    <a:lnTo>
                      <a:pt x="18300" y="29632"/>
                    </a:lnTo>
                    <a:cubicBezTo>
                      <a:pt x="18300" y="30910"/>
                      <a:pt x="19345" y="31954"/>
                      <a:pt x="20638" y="31954"/>
                    </a:cubicBezTo>
                    <a:cubicBezTo>
                      <a:pt x="21916" y="31954"/>
                      <a:pt x="22961" y="30910"/>
                      <a:pt x="22961" y="29632"/>
                    </a:cubicBezTo>
                    <a:lnTo>
                      <a:pt x="22961" y="23755"/>
                    </a:lnTo>
                    <a:cubicBezTo>
                      <a:pt x="24676" y="22930"/>
                      <a:pt x="25875" y="21168"/>
                      <a:pt x="25875" y="19126"/>
                    </a:cubicBezTo>
                    <a:cubicBezTo>
                      <a:pt x="25875" y="16273"/>
                      <a:pt x="23568" y="13966"/>
                      <a:pt x="20732" y="13966"/>
                    </a:cubicBezTo>
                    <a:close/>
                    <a:moveTo>
                      <a:pt x="29398" y="3398"/>
                    </a:moveTo>
                    <a:cubicBezTo>
                      <a:pt x="30115" y="7856"/>
                      <a:pt x="33638" y="11379"/>
                      <a:pt x="38081" y="12096"/>
                    </a:cubicBezTo>
                    <a:lnTo>
                      <a:pt x="38081" y="23491"/>
                    </a:lnTo>
                    <a:cubicBezTo>
                      <a:pt x="38081" y="33793"/>
                      <a:pt x="27824" y="43536"/>
                      <a:pt x="20732" y="45781"/>
                    </a:cubicBezTo>
                    <a:cubicBezTo>
                      <a:pt x="13655" y="43536"/>
                      <a:pt x="3383" y="33793"/>
                      <a:pt x="3383" y="23491"/>
                    </a:cubicBezTo>
                    <a:lnTo>
                      <a:pt x="3383" y="12096"/>
                    </a:lnTo>
                    <a:cubicBezTo>
                      <a:pt x="7825" y="11379"/>
                      <a:pt x="11348" y="7856"/>
                      <a:pt x="12065" y="3398"/>
                    </a:cubicBezTo>
                    <a:close/>
                    <a:moveTo>
                      <a:pt x="8823" y="0"/>
                    </a:moveTo>
                    <a:lnTo>
                      <a:pt x="8823" y="1700"/>
                    </a:lnTo>
                    <a:cubicBezTo>
                      <a:pt x="8823" y="5643"/>
                      <a:pt x="5628" y="8839"/>
                      <a:pt x="1684" y="8839"/>
                    </a:cubicBezTo>
                    <a:lnTo>
                      <a:pt x="0" y="8839"/>
                    </a:lnTo>
                    <a:lnTo>
                      <a:pt x="0" y="23491"/>
                    </a:lnTo>
                    <a:cubicBezTo>
                      <a:pt x="0" y="35757"/>
                      <a:pt x="12003" y="46903"/>
                      <a:pt x="20280" y="49194"/>
                    </a:cubicBezTo>
                    <a:lnTo>
                      <a:pt x="20732" y="49318"/>
                    </a:lnTo>
                    <a:lnTo>
                      <a:pt x="21184" y="49194"/>
                    </a:lnTo>
                    <a:cubicBezTo>
                      <a:pt x="29460" y="46903"/>
                      <a:pt x="41479" y="35757"/>
                      <a:pt x="41479" y="23491"/>
                    </a:cubicBezTo>
                    <a:lnTo>
                      <a:pt x="41479" y="8839"/>
                    </a:lnTo>
                    <a:lnTo>
                      <a:pt x="39779" y="8839"/>
                    </a:lnTo>
                    <a:cubicBezTo>
                      <a:pt x="35851" y="8839"/>
                      <a:pt x="32656" y="5643"/>
                      <a:pt x="32656" y="1700"/>
                    </a:cubicBezTo>
                    <a:lnTo>
                      <a:pt x="326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78"/>
              <p:cNvSpPr/>
              <p:nvPr/>
            </p:nvSpPr>
            <p:spPr>
              <a:xfrm>
                <a:off x="4369200" y="2990825"/>
                <a:ext cx="1640975" cy="472325"/>
              </a:xfrm>
              <a:custGeom>
                <a:avLst/>
                <a:gdLst/>
                <a:ahLst/>
                <a:cxnLst/>
                <a:rect l="l" t="t" r="r" b="b"/>
                <a:pathLst>
                  <a:path w="65639" h="18893" extrusionOk="0">
                    <a:moveTo>
                      <a:pt x="2775" y="1"/>
                    </a:moveTo>
                    <a:cubicBezTo>
                      <a:pt x="1247" y="1"/>
                      <a:pt x="0" y="1264"/>
                      <a:pt x="0" y="2792"/>
                    </a:cubicBezTo>
                    <a:lnTo>
                      <a:pt x="0" y="16103"/>
                    </a:lnTo>
                    <a:cubicBezTo>
                      <a:pt x="0" y="17646"/>
                      <a:pt x="1247" y="18893"/>
                      <a:pt x="2775" y="18893"/>
                    </a:cubicBezTo>
                    <a:lnTo>
                      <a:pt x="62849" y="18893"/>
                    </a:lnTo>
                    <a:cubicBezTo>
                      <a:pt x="64391" y="18893"/>
                      <a:pt x="65638" y="17646"/>
                      <a:pt x="65638" y="16103"/>
                    </a:cubicBezTo>
                    <a:lnTo>
                      <a:pt x="65638" y="2792"/>
                    </a:lnTo>
                    <a:cubicBezTo>
                      <a:pt x="65638" y="1264"/>
                      <a:pt x="64391" y="1"/>
                      <a:pt x="6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78"/>
              <p:cNvSpPr/>
              <p:nvPr/>
            </p:nvSpPr>
            <p:spPr>
              <a:xfrm>
                <a:off x="4472075" y="3069350"/>
                <a:ext cx="345275" cy="31527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12611" extrusionOk="0">
                    <a:moveTo>
                      <a:pt x="6907" y="1"/>
                    </a:moveTo>
                    <a:cubicBezTo>
                      <a:pt x="5296" y="1"/>
                      <a:pt x="3687" y="617"/>
                      <a:pt x="2463" y="1848"/>
                    </a:cubicBezTo>
                    <a:cubicBezTo>
                      <a:pt x="1" y="4311"/>
                      <a:pt x="1" y="8301"/>
                      <a:pt x="2463" y="10764"/>
                    </a:cubicBezTo>
                    <a:cubicBezTo>
                      <a:pt x="3687" y="11995"/>
                      <a:pt x="5296" y="12611"/>
                      <a:pt x="6907" y="12611"/>
                    </a:cubicBezTo>
                    <a:cubicBezTo>
                      <a:pt x="8518" y="12611"/>
                      <a:pt x="10132" y="11995"/>
                      <a:pt x="11363" y="10764"/>
                    </a:cubicBezTo>
                    <a:cubicBezTo>
                      <a:pt x="13811" y="8301"/>
                      <a:pt x="13811" y="4311"/>
                      <a:pt x="11363" y="1848"/>
                    </a:cubicBezTo>
                    <a:cubicBezTo>
                      <a:pt x="10132" y="617"/>
                      <a:pt x="8518" y="1"/>
                      <a:pt x="6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78"/>
              <p:cNvSpPr/>
              <p:nvPr/>
            </p:nvSpPr>
            <p:spPr>
              <a:xfrm>
                <a:off x="4928000" y="3144375"/>
                <a:ext cx="57910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23164" h="1965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3"/>
                    </a:cubicBezTo>
                    <a:cubicBezTo>
                      <a:pt x="1" y="1528"/>
                      <a:pt x="452" y="1964"/>
                      <a:pt x="998" y="1964"/>
                    </a:cubicBezTo>
                    <a:lnTo>
                      <a:pt x="22181" y="1964"/>
                    </a:lnTo>
                    <a:cubicBezTo>
                      <a:pt x="22727" y="1964"/>
                      <a:pt x="23163" y="1528"/>
                      <a:pt x="23163" y="983"/>
                    </a:cubicBezTo>
                    <a:cubicBezTo>
                      <a:pt x="23163" y="437"/>
                      <a:pt x="22727" y="0"/>
                      <a:pt x="22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78"/>
              <p:cNvSpPr/>
              <p:nvPr/>
            </p:nvSpPr>
            <p:spPr>
              <a:xfrm>
                <a:off x="5569800" y="3144375"/>
                <a:ext cx="28995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11598" h="1965" extrusionOk="0">
                    <a:moveTo>
                      <a:pt x="983" y="0"/>
                    </a:moveTo>
                    <a:cubicBezTo>
                      <a:pt x="437" y="0"/>
                      <a:pt x="0" y="437"/>
                      <a:pt x="0" y="983"/>
                    </a:cubicBezTo>
                    <a:cubicBezTo>
                      <a:pt x="0" y="1528"/>
                      <a:pt x="437" y="1964"/>
                      <a:pt x="983" y="1964"/>
                    </a:cubicBezTo>
                    <a:lnTo>
                      <a:pt x="10616" y="1964"/>
                    </a:lnTo>
                    <a:cubicBezTo>
                      <a:pt x="11161" y="1964"/>
                      <a:pt x="11597" y="1528"/>
                      <a:pt x="11597" y="983"/>
                    </a:cubicBezTo>
                    <a:cubicBezTo>
                      <a:pt x="11597" y="437"/>
                      <a:pt x="11161" y="0"/>
                      <a:pt x="10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78"/>
              <p:cNvSpPr/>
              <p:nvPr/>
            </p:nvSpPr>
            <p:spPr>
              <a:xfrm>
                <a:off x="4928000" y="3268700"/>
                <a:ext cx="346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13874" h="1980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2"/>
                    </a:cubicBezTo>
                    <a:cubicBezTo>
                      <a:pt x="1" y="1528"/>
                      <a:pt x="452" y="1979"/>
                      <a:pt x="998" y="1979"/>
                    </a:cubicBezTo>
                    <a:lnTo>
                      <a:pt x="12891" y="1979"/>
                    </a:lnTo>
                    <a:cubicBezTo>
                      <a:pt x="13437" y="1979"/>
                      <a:pt x="13873" y="1528"/>
                      <a:pt x="13873" y="982"/>
                    </a:cubicBezTo>
                    <a:cubicBezTo>
                      <a:pt x="13873" y="437"/>
                      <a:pt x="13437" y="0"/>
                      <a:pt x="12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78"/>
              <p:cNvSpPr/>
              <p:nvPr/>
            </p:nvSpPr>
            <p:spPr>
              <a:xfrm>
                <a:off x="1453175" y="2049775"/>
                <a:ext cx="1194800" cy="1197125"/>
              </a:xfrm>
              <a:custGeom>
                <a:avLst/>
                <a:gdLst/>
                <a:ahLst/>
                <a:cxnLst/>
                <a:rect l="l" t="t" r="r" b="b"/>
                <a:pathLst>
                  <a:path w="47792" h="47885" extrusionOk="0">
                    <a:moveTo>
                      <a:pt x="4631" y="0"/>
                    </a:moveTo>
                    <a:cubicBezTo>
                      <a:pt x="2075" y="0"/>
                      <a:pt x="1" y="2089"/>
                      <a:pt x="1" y="4645"/>
                    </a:cubicBezTo>
                    <a:lnTo>
                      <a:pt x="1" y="43239"/>
                    </a:lnTo>
                    <a:cubicBezTo>
                      <a:pt x="1" y="45796"/>
                      <a:pt x="2075" y="47885"/>
                      <a:pt x="4631" y="47885"/>
                    </a:cubicBezTo>
                    <a:lnTo>
                      <a:pt x="43147" y="47885"/>
                    </a:lnTo>
                    <a:cubicBezTo>
                      <a:pt x="45703" y="47885"/>
                      <a:pt x="47792" y="45796"/>
                      <a:pt x="47792" y="43239"/>
                    </a:cubicBezTo>
                    <a:lnTo>
                      <a:pt x="47792" y="4645"/>
                    </a:lnTo>
                    <a:cubicBezTo>
                      <a:pt x="47792" y="2089"/>
                      <a:pt x="45703" y="0"/>
                      <a:pt x="431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19050" dir="384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78"/>
              <p:cNvSpPr/>
              <p:nvPr/>
            </p:nvSpPr>
            <p:spPr>
              <a:xfrm>
                <a:off x="1499575" y="2096525"/>
                <a:ext cx="1102050" cy="1103975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44159" extrusionOk="0">
                    <a:moveTo>
                      <a:pt x="2775" y="1"/>
                    </a:moveTo>
                    <a:cubicBezTo>
                      <a:pt x="1247" y="1"/>
                      <a:pt x="0" y="1248"/>
                      <a:pt x="0" y="2775"/>
                    </a:cubicBezTo>
                    <a:lnTo>
                      <a:pt x="0" y="41369"/>
                    </a:lnTo>
                    <a:cubicBezTo>
                      <a:pt x="0" y="42897"/>
                      <a:pt x="1247" y="44159"/>
                      <a:pt x="2775" y="44159"/>
                    </a:cubicBezTo>
                    <a:lnTo>
                      <a:pt x="41291" y="44159"/>
                    </a:lnTo>
                    <a:cubicBezTo>
                      <a:pt x="42818" y="44159"/>
                      <a:pt x="44081" y="42897"/>
                      <a:pt x="44081" y="41369"/>
                    </a:cubicBezTo>
                    <a:lnTo>
                      <a:pt x="44081" y="2775"/>
                    </a:lnTo>
                    <a:cubicBezTo>
                      <a:pt x="44081" y="1248"/>
                      <a:pt x="42818" y="1"/>
                      <a:pt x="41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78"/>
              <p:cNvSpPr/>
              <p:nvPr/>
            </p:nvSpPr>
            <p:spPr>
              <a:xfrm>
                <a:off x="1499575" y="2316300"/>
                <a:ext cx="1102050" cy="884200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35368" extrusionOk="0">
                    <a:moveTo>
                      <a:pt x="13826" y="1"/>
                    </a:moveTo>
                    <a:lnTo>
                      <a:pt x="0" y="20654"/>
                    </a:lnTo>
                    <a:lnTo>
                      <a:pt x="0" y="32578"/>
                    </a:lnTo>
                    <a:cubicBezTo>
                      <a:pt x="0" y="34106"/>
                      <a:pt x="1247" y="35368"/>
                      <a:pt x="2775" y="35368"/>
                    </a:cubicBezTo>
                    <a:lnTo>
                      <a:pt x="41291" y="35368"/>
                    </a:lnTo>
                    <a:cubicBezTo>
                      <a:pt x="42818" y="35368"/>
                      <a:pt x="44081" y="34106"/>
                      <a:pt x="44081" y="32578"/>
                    </a:cubicBezTo>
                    <a:lnTo>
                      <a:pt x="44081" y="26733"/>
                    </a:lnTo>
                    <a:lnTo>
                      <a:pt x="34370" y="12221"/>
                    </a:lnTo>
                    <a:lnTo>
                      <a:pt x="28182" y="21449"/>
                    </a:lnTo>
                    <a:lnTo>
                      <a:pt x="27652" y="20670"/>
                    </a:lnTo>
                    <a:lnTo>
                      <a:pt x="13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78"/>
              <p:cNvSpPr/>
              <p:nvPr/>
            </p:nvSpPr>
            <p:spPr>
              <a:xfrm>
                <a:off x="2133200" y="2241875"/>
                <a:ext cx="254100" cy="2545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80" extrusionOk="0">
                    <a:moveTo>
                      <a:pt x="5082" y="0"/>
                    </a:moveTo>
                    <a:cubicBezTo>
                      <a:pt x="2276" y="0"/>
                      <a:pt x="0" y="2276"/>
                      <a:pt x="0" y="5098"/>
                    </a:cubicBezTo>
                    <a:cubicBezTo>
                      <a:pt x="0" y="7904"/>
                      <a:pt x="2276" y="10179"/>
                      <a:pt x="5082" y="10179"/>
                    </a:cubicBezTo>
                    <a:cubicBezTo>
                      <a:pt x="7888" y="10179"/>
                      <a:pt x="10163" y="7904"/>
                      <a:pt x="10163" y="5098"/>
                    </a:cubicBezTo>
                    <a:cubicBezTo>
                      <a:pt x="10163" y="2276"/>
                      <a:pt x="7888" y="0"/>
                      <a:pt x="50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78"/>
              <p:cNvSpPr/>
              <p:nvPr/>
            </p:nvSpPr>
            <p:spPr>
              <a:xfrm>
                <a:off x="5544475" y="456750"/>
                <a:ext cx="1298450" cy="1300775"/>
              </a:xfrm>
              <a:custGeom>
                <a:avLst/>
                <a:gdLst/>
                <a:ahLst/>
                <a:cxnLst/>
                <a:rect l="l" t="t" r="r" b="b"/>
                <a:pathLst>
                  <a:path w="51938" h="52031" extrusionOk="0">
                    <a:moveTo>
                      <a:pt x="4396" y="0"/>
                    </a:moveTo>
                    <a:cubicBezTo>
                      <a:pt x="1965" y="0"/>
                      <a:pt x="1" y="1979"/>
                      <a:pt x="1" y="4411"/>
                    </a:cubicBezTo>
                    <a:lnTo>
                      <a:pt x="1" y="47619"/>
                    </a:lnTo>
                    <a:cubicBezTo>
                      <a:pt x="1" y="50050"/>
                      <a:pt x="1965" y="52031"/>
                      <a:pt x="4396" y="52031"/>
                    </a:cubicBezTo>
                    <a:lnTo>
                      <a:pt x="47526" y="52031"/>
                    </a:lnTo>
                    <a:cubicBezTo>
                      <a:pt x="49958" y="52031"/>
                      <a:pt x="51938" y="50050"/>
                      <a:pt x="51938" y="47619"/>
                    </a:cubicBezTo>
                    <a:lnTo>
                      <a:pt x="51938" y="4411"/>
                    </a:lnTo>
                    <a:cubicBezTo>
                      <a:pt x="51938" y="1979"/>
                      <a:pt x="49958" y="0"/>
                      <a:pt x="475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371475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78"/>
              <p:cNvSpPr/>
              <p:nvPr/>
            </p:nvSpPr>
            <p:spPr>
              <a:xfrm>
                <a:off x="5783750" y="677300"/>
                <a:ext cx="819925" cy="859675"/>
              </a:xfrm>
              <a:custGeom>
                <a:avLst/>
                <a:gdLst/>
                <a:ahLst/>
                <a:cxnLst/>
                <a:rect l="l" t="t" r="r" b="b"/>
                <a:pathLst>
                  <a:path w="32797" h="34387" extrusionOk="0">
                    <a:moveTo>
                      <a:pt x="16398" y="11675"/>
                    </a:moveTo>
                    <a:cubicBezTo>
                      <a:pt x="19437" y="11675"/>
                      <a:pt x="21900" y="14154"/>
                      <a:pt x="21900" y="17193"/>
                    </a:cubicBezTo>
                    <a:cubicBezTo>
                      <a:pt x="21900" y="20233"/>
                      <a:pt x="19437" y="22711"/>
                      <a:pt x="16398" y="22711"/>
                    </a:cubicBezTo>
                    <a:cubicBezTo>
                      <a:pt x="13358" y="22711"/>
                      <a:pt x="10895" y="20233"/>
                      <a:pt x="10895" y="17193"/>
                    </a:cubicBezTo>
                    <a:cubicBezTo>
                      <a:pt x="10895" y="14154"/>
                      <a:pt x="13358" y="11675"/>
                      <a:pt x="16398" y="11675"/>
                    </a:cubicBezTo>
                    <a:close/>
                    <a:moveTo>
                      <a:pt x="13312" y="1"/>
                    </a:moveTo>
                    <a:lnTo>
                      <a:pt x="12314" y="4692"/>
                    </a:lnTo>
                    <a:cubicBezTo>
                      <a:pt x="10552" y="5253"/>
                      <a:pt x="8979" y="6204"/>
                      <a:pt x="7638" y="7404"/>
                    </a:cubicBezTo>
                    <a:lnTo>
                      <a:pt x="3071" y="5924"/>
                    </a:lnTo>
                    <a:lnTo>
                      <a:pt x="0" y="11270"/>
                    </a:lnTo>
                    <a:lnTo>
                      <a:pt x="3538" y="14481"/>
                    </a:lnTo>
                    <a:cubicBezTo>
                      <a:pt x="3351" y="15353"/>
                      <a:pt x="3258" y="16258"/>
                      <a:pt x="3258" y="17193"/>
                    </a:cubicBezTo>
                    <a:cubicBezTo>
                      <a:pt x="3258" y="18128"/>
                      <a:pt x="3351" y="19032"/>
                      <a:pt x="3538" y="19905"/>
                    </a:cubicBezTo>
                    <a:lnTo>
                      <a:pt x="0" y="23116"/>
                    </a:lnTo>
                    <a:lnTo>
                      <a:pt x="3071" y="28463"/>
                    </a:lnTo>
                    <a:lnTo>
                      <a:pt x="7638" y="26982"/>
                    </a:lnTo>
                    <a:cubicBezTo>
                      <a:pt x="8979" y="28182"/>
                      <a:pt x="10552" y="29133"/>
                      <a:pt x="12314" y="29694"/>
                    </a:cubicBezTo>
                    <a:lnTo>
                      <a:pt x="13312" y="34386"/>
                    </a:lnTo>
                    <a:lnTo>
                      <a:pt x="19468" y="34386"/>
                    </a:lnTo>
                    <a:lnTo>
                      <a:pt x="20466" y="29694"/>
                    </a:lnTo>
                    <a:cubicBezTo>
                      <a:pt x="22228" y="29133"/>
                      <a:pt x="23818" y="28182"/>
                      <a:pt x="25158" y="26982"/>
                    </a:cubicBezTo>
                    <a:lnTo>
                      <a:pt x="29710" y="28463"/>
                    </a:lnTo>
                    <a:lnTo>
                      <a:pt x="32796" y="23116"/>
                    </a:lnTo>
                    <a:lnTo>
                      <a:pt x="29242" y="19905"/>
                    </a:lnTo>
                    <a:cubicBezTo>
                      <a:pt x="29429" y="19032"/>
                      <a:pt x="29538" y="18128"/>
                      <a:pt x="29538" y="17193"/>
                    </a:cubicBezTo>
                    <a:cubicBezTo>
                      <a:pt x="29538" y="16258"/>
                      <a:pt x="29429" y="15353"/>
                      <a:pt x="29242" y="14481"/>
                    </a:cubicBezTo>
                    <a:lnTo>
                      <a:pt x="32796" y="11270"/>
                    </a:lnTo>
                    <a:lnTo>
                      <a:pt x="29710" y="5924"/>
                    </a:lnTo>
                    <a:lnTo>
                      <a:pt x="25158" y="7404"/>
                    </a:lnTo>
                    <a:cubicBezTo>
                      <a:pt x="23818" y="6204"/>
                      <a:pt x="22228" y="5253"/>
                      <a:pt x="20466" y="4692"/>
                    </a:cubicBezTo>
                    <a:lnTo>
                      <a:pt x="194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78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78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78"/>
              <p:cNvSpPr/>
              <p:nvPr/>
            </p:nvSpPr>
            <p:spPr>
              <a:xfrm>
                <a:off x="901400" y="1219325"/>
                <a:ext cx="23657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9463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9462" y="1482"/>
                    </a:lnTo>
                    <a:lnTo>
                      <a:pt x="94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78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2" name="Google Shape;1652;p78"/>
            <p:cNvGrpSpPr/>
            <p:nvPr/>
          </p:nvGrpSpPr>
          <p:grpSpPr>
            <a:xfrm rot="-5400000">
              <a:off x="6743322" y="3210572"/>
              <a:ext cx="600510" cy="600510"/>
              <a:chOff x="5289166" y="402821"/>
              <a:chExt cx="801000" cy="801000"/>
            </a:xfrm>
          </p:grpSpPr>
          <p:sp>
            <p:nvSpPr>
              <p:cNvPr id="1653" name="Google Shape;1653;p78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78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5" name="Google Shape;1655;p78"/>
            <p:cNvGrpSpPr/>
            <p:nvPr/>
          </p:nvGrpSpPr>
          <p:grpSpPr>
            <a:xfrm>
              <a:off x="4585087" y="3005758"/>
              <a:ext cx="573803" cy="573803"/>
              <a:chOff x="2149575" y="1922175"/>
              <a:chExt cx="1332875" cy="1332875"/>
            </a:xfrm>
          </p:grpSpPr>
          <p:sp>
            <p:nvSpPr>
              <p:cNvPr id="1656" name="Google Shape;1656;p78"/>
              <p:cNvSpPr/>
              <p:nvPr/>
            </p:nvSpPr>
            <p:spPr>
              <a:xfrm>
                <a:off x="2149575" y="1922175"/>
                <a:ext cx="1332875" cy="1332875"/>
              </a:xfrm>
              <a:custGeom>
                <a:avLst/>
                <a:gdLst/>
                <a:ahLst/>
                <a:cxnLst/>
                <a:rect l="l" t="t" r="r" b="b"/>
                <a:pathLst>
                  <a:path w="53315" h="53315" extrusionOk="0">
                    <a:moveTo>
                      <a:pt x="26657" y="0"/>
                    </a:moveTo>
                    <a:cubicBezTo>
                      <a:pt x="11968" y="0"/>
                      <a:pt x="0" y="11968"/>
                      <a:pt x="0" y="26657"/>
                    </a:cubicBezTo>
                    <a:cubicBezTo>
                      <a:pt x="0" y="41363"/>
                      <a:pt x="11968" y="53315"/>
                      <a:pt x="26657" y="53315"/>
                    </a:cubicBezTo>
                    <a:cubicBezTo>
                      <a:pt x="41363" y="53315"/>
                      <a:pt x="53315" y="41363"/>
                      <a:pt x="53315" y="26657"/>
                    </a:cubicBezTo>
                    <a:cubicBezTo>
                      <a:pt x="53315" y="11968"/>
                      <a:pt x="41363" y="0"/>
                      <a:pt x="266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214313" dist="66675" dir="822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78"/>
              <p:cNvSpPr/>
              <p:nvPr/>
            </p:nvSpPr>
            <p:spPr>
              <a:xfrm>
                <a:off x="2626250" y="2268250"/>
                <a:ext cx="566725" cy="654200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6168" extrusionOk="0">
                    <a:moveTo>
                      <a:pt x="1" y="1"/>
                    </a:moveTo>
                    <a:lnTo>
                      <a:pt x="1" y="13084"/>
                    </a:lnTo>
                    <a:lnTo>
                      <a:pt x="1" y="26168"/>
                    </a:lnTo>
                    <a:lnTo>
                      <a:pt x="11343" y="19627"/>
                    </a:lnTo>
                    <a:lnTo>
                      <a:pt x="22668" y="13084"/>
                    </a:lnTo>
                    <a:lnTo>
                      <a:pt x="11343" y="65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8" name="Google Shape;1658;p78"/>
            <p:cNvGrpSpPr/>
            <p:nvPr/>
          </p:nvGrpSpPr>
          <p:grpSpPr>
            <a:xfrm rot="5400000">
              <a:off x="7793665" y="2172022"/>
              <a:ext cx="620134" cy="233914"/>
              <a:chOff x="6872640" y="3300197"/>
              <a:chExt cx="620134" cy="233914"/>
            </a:xfrm>
          </p:grpSpPr>
          <p:sp>
            <p:nvSpPr>
              <p:cNvPr id="1659" name="Google Shape;1659;p78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78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1" name="Google Shape;1661;p78"/>
            <p:cNvGrpSpPr/>
            <p:nvPr/>
          </p:nvGrpSpPr>
          <p:grpSpPr>
            <a:xfrm rot="5400000">
              <a:off x="4518358" y="2551305"/>
              <a:ext cx="575161" cy="188875"/>
              <a:chOff x="6872640" y="3345236"/>
              <a:chExt cx="575161" cy="188875"/>
            </a:xfrm>
          </p:grpSpPr>
          <p:sp>
            <p:nvSpPr>
              <p:cNvPr id="1662" name="Google Shape;1662;p78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78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4" name="Google Shape;1664;p78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78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78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78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76"/>
          <p:cNvSpPr/>
          <p:nvPr/>
        </p:nvSpPr>
        <p:spPr>
          <a:xfrm>
            <a:off x="1049150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6" name="Google Shape;1496;p76"/>
          <p:cNvSpPr/>
          <p:nvPr/>
        </p:nvSpPr>
        <p:spPr>
          <a:xfrm>
            <a:off x="3595871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7" name="Google Shape;1497;p76"/>
          <p:cNvSpPr/>
          <p:nvPr/>
        </p:nvSpPr>
        <p:spPr>
          <a:xfrm>
            <a:off x="6142599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8" name="Google Shape;1498;p76"/>
          <p:cNvGrpSpPr/>
          <p:nvPr/>
        </p:nvGrpSpPr>
        <p:grpSpPr>
          <a:xfrm>
            <a:off x="1149947" y="1850950"/>
            <a:ext cx="1750805" cy="94001"/>
            <a:chOff x="3569131" y="3296864"/>
            <a:chExt cx="2721600" cy="146100"/>
          </a:xfrm>
        </p:grpSpPr>
        <p:sp>
          <p:nvSpPr>
            <p:cNvPr id="1499" name="Google Shape;1499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0" name="Google Shape;1500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1" name="Google Shape;1501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4" name="Google Shape;1504;p76"/>
          <p:cNvGrpSpPr/>
          <p:nvPr/>
        </p:nvGrpSpPr>
        <p:grpSpPr>
          <a:xfrm>
            <a:off x="3696672" y="1850950"/>
            <a:ext cx="1750805" cy="94001"/>
            <a:chOff x="3569131" y="3296864"/>
            <a:chExt cx="2721600" cy="146100"/>
          </a:xfrm>
        </p:grpSpPr>
        <p:sp>
          <p:nvSpPr>
            <p:cNvPr id="1505" name="Google Shape;1505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6" name="Google Shape;1506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07" name="Google Shape;1507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10" name="Google Shape;1510;p76"/>
          <p:cNvGrpSpPr/>
          <p:nvPr/>
        </p:nvGrpSpPr>
        <p:grpSpPr>
          <a:xfrm>
            <a:off x="6243397" y="1850950"/>
            <a:ext cx="1750805" cy="94001"/>
            <a:chOff x="3569131" y="3296864"/>
            <a:chExt cx="2721600" cy="146100"/>
          </a:xfrm>
        </p:grpSpPr>
        <p:sp>
          <p:nvSpPr>
            <p:cNvPr id="1511" name="Google Shape;1511;p76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2" name="Google Shape;1512;p76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513" name="Google Shape;1513;p7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7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7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9" name="Google Shape;1519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521" name="Google Shape;1521;p76"/>
          <p:cNvSpPr txBox="1">
            <a:spLocks noGrp="1"/>
          </p:cNvSpPr>
          <p:nvPr>
            <p:ph type="subTitle" idx="1"/>
          </p:nvPr>
        </p:nvSpPr>
        <p:spPr>
          <a:xfrm>
            <a:off x="971550" y="3456431"/>
            <a:ext cx="2324100" cy="9934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Issues identified with hospitals include a lack of coordination, management problems, and a lack of efficiency.</a:t>
            </a:r>
            <a:endParaRPr sz="1050" dirty="0">
              <a:latin typeface="Montserrat" panose="00000500000000000000" pitchFamily="2" charset="0"/>
            </a:endParaRPr>
          </a:p>
        </p:txBody>
      </p:sp>
      <p:sp>
        <p:nvSpPr>
          <p:cNvPr id="1523" name="Google Shape;1523;p76"/>
          <p:cNvSpPr txBox="1">
            <a:spLocks noGrp="1"/>
          </p:cNvSpPr>
          <p:nvPr>
            <p:ph type="subTitle" idx="4"/>
          </p:nvPr>
        </p:nvSpPr>
        <p:spPr>
          <a:xfrm>
            <a:off x="3531146" y="3456431"/>
            <a:ext cx="2499359" cy="9934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Inadequate resource allocation, insufficient staff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training, disorganized record-keeping, and poor inter-professional coordination.</a:t>
            </a:r>
          </a:p>
        </p:txBody>
      </p:sp>
      <p:sp>
        <p:nvSpPr>
          <p:cNvPr id="1525" name="Google Shape;1525;p76"/>
          <p:cNvSpPr txBox="1">
            <a:spLocks noGrp="1"/>
          </p:cNvSpPr>
          <p:nvPr>
            <p:ph type="subTitle" idx="6"/>
          </p:nvPr>
        </p:nvSpPr>
        <p:spPr>
          <a:xfrm>
            <a:off x="6142452" y="3456432"/>
            <a:ext cx="2410998" cy="9934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A significant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number of avoidable deaths caused by administrative mismanagement.</a:t>
            </a:r>
          </a:p>
        </p:txBody>
      </p:sp>
      <p:sp>
        <p:nvSpPr>
          <p:cNvPr id="1526" name="Google Shape;1526;p76"/>
          <p:cNvSpPr/>
          <p:nvPr/>
        </p:nvSpPr>
        <p:spPr>
          <a:xfrm>
            <a:off x="1624700" y="2018675"/>
            <a:ext cx="801300" cy="8013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7" name="Google Shape;1527;p76"/>
          <p:cNvSpPr/>
          <p:nvPr/>
        </p:nvSpPr>
        <p:spPr>
          <a:xfrm>
            <a:off x="4171421" y="2018675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76"/>
          <p:cNvSpPr/>
          <p:nvPr/>
        </p:nvSpPr>
        <p:spPr>
          <a:xfrm>
            <a:off x="6718149" y="2018675"/>
            <a:ext cx="801300" cy="8013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76"/>
          <p:cNvSpPr/>
          <p:nvPr/>
        </p:nvSpPr>
        <p:spPr>
          <a:xfrm>
            <a:off x="1443316" y="3086418"/>
            <a:ext cx="1091184" cy="21151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en-US" b="1" dirty="0">
                <a:latin typeface="Montserrat" panose="00000500000000000000" pitchFamily="2" charset="0"/>
              </a:rPr>
              <a:t>Problem</a:t>
            </a:r>
            <a:endParaRPr b="1" dirty="0">
              <a:latin typeface="Montserrat" panose="00000500000000000000" pitchFamily="2" charset="0"/>
            </a:endParaRPr>
          </a:p>
        </p:txBody>
      </p:sp>
      <p:grpSp>
        <p:nvGrpSpPr>
          <p:cNvPr id="1532" name="Google Shape;1532;p76"/>
          <p:cNvGrpSpPr/>
          <p:nvPr/>
        </p:nvGrpSpPr>
        <p:grpSpPr>
          <a:xfrm>
            <a:off x="4363334" y="2208332"/>
            <a:ext cx="417492" cy="473800"/>
            <a:chOff x="2423775" y="3226875"/>
            <a:chExt cx="259925" cy="295000"/>
          </a:xfrm>
        </p:grpSpPr>
        <p:sp>
          <p:nvSpPr>
            <p:cNvPr id="1533" name="Google Shape;1533;p76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76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6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76"/>
          <p:cNvGrpSpPr/>
          <p:nvPr/>
        </p:nvGrpSpPr>
        <p:grpSpPr>
          <a:xfrm>
            <a:off x="1784688" y="2197043"/>
            <a:ext cx="471637" cy="473794"/>
            <a:chOff x="-49764975" y="3551225"/>
            <a:chExt cx="299300" cy="300650"/>
          </a:xfrm>
        </p:grpSpPr>
        <p:sp>
          <p:nvSpPr>
            <p:cNvPr id="1537" name="Google Shape;1537;p76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6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76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76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6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76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76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76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76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76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76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76"/>
          <p:cNvGrpSpPr/>
          <p:nvPr/>
        </p:nvGrpSpPr>
        <p:grpSpPr>
          <a:xfrm>
            <a:off x="6882254" y="2182288"/>
            <a:ext cx="474091" cy="473785"/>
            <a:chOff x="-61351725" y="3372400"/>
            <a:chExt cx="310350" cy="310150"/>
          </a:xfrm>
        </p:grpSpPr>
        <p:sp>
          <p:nvSpPr>
            <p:cNvPr id="1549" name="Google Shape;1549;p76"/>
            <p:cNvSpPr/>
            <p:nvPr/>
          </p:nvSpPr>
          <p:spPr>
            <a:xfrm>
              <a:off x="-61165043" y="3558868"/>
              <a:ext cx="19686" cy="196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76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76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2" name="Google Shape;1552;p7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6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31;p76">
            <a:extLst>
              <a:ext uri="{FF2B5EF4-FFF2-40B4-BE49-F238E27FC236}">
                <a16:creationId xmlns:a16="http://schemas.microsoft.com/office/drawing/2014/main" id="{8777906B-6E68-ABFF-7835-9EF9DC0EDE88}"/>
              </a:ext>
            </a:extLst>
          </p:cNvPr>
          <p:cNvSpPr/>
          <p:nvPr/>
        </p:nvSpPr>
        <p:spPr>
          <a:xfrm>
            <a:off x="6609503" y="3053550"/>
            <a:ext cx="961730" cy="244385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Results</a:t>
            </a:r>
            <a:endParaRPr b="1" dirty="0">
              <a:latin typeface="Montserrat" panose="00000500000000000000" pitchFamily="2" charset="0"/>
            </a:endParaRPr>
          </a:p>
        </p:txBody>
      </p:sp>
      <p:sp>
        <p:nvSpPr>
          <p:cNvPr id="16" name="Google Shape;1531;p76">
            <a:extLst>
              <a:ext uri="{FF2B5EF4-FFF2-40B4-BE49-F238E27FC236}">
                <a16:creationId xmlns:a16="http://schemas.microsoft.com/office/drawing/2014/main" id="{22ED19A3-E6D7-80D6-A458-F70EB7BFBE29}"/>
              </a:ext>
            </a:extLst>
          </p:cNvPr>
          <p:cNvSpPr/>
          <p:nvPr/>
        </p:nvSpPr>
        <p:spPr>
          <a:xfrm>
            <a:off x="4041648" y="3086418"/>
            <a:ext cx="1091184" cy="21151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Montserrat" panose="00000500000000000000" pitchFamily="2" charset="0"/>
              </a:rPr>
              <a:t>  Affects</a:t>
            </a:r>
            <a:endParaRPr b="1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70"/>
          <p:cNvSpPr txBox="1">
            <a:spLocks noGrp="1"/>
          </p:cNvSpPr>
          <p:nvPr>
            <p:ph type="title"/>
          </p:nvPr>
        </p:nvSpPr>
        <p:spPr>
          <a:xfrm>
            <a:off x="720000" y="969264"/>
            <a:ext cx="3324900" cy="974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Advantages</a:t>
            </a:r>
            <a:endParaRPr sz="3200" dirty="0"/>
          </a:p>
        </p:txBody>
      </p:sp>
      <p:grpSp>
        <p:nvGrpSpPr>
          <p:cNvPr id="1199" name="Google Shape;1199;p70"/>
          <p:cNvGrpSpPr/>
          <p:nvPr/>
        </p:nvGrpSpPr>
        <p:grpSpPr>
          <a:xfrm>
            <a:off x="4374739" y="1425006"/>
            <a:ext cx="4256539" cy="2259874"/>
            <a:chOff x="4374739" y="1425006"/>
            <a:chExt cx="4256539" cy="2259874"/>
          </a:xfrm>
        </p:grpSpPr>
        <p:sp>
          <p:nvSpPr>
            <p:cNvPr id="1200" name="Google Shape;1200;p70"/>
            <p:cNvSpPr/>
            <p:nvPr/>
          </p:nvSpPr>
          <p:spPr>
            <a:xfrm>
              <a:off x="6905597" y="3112174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0"/>
            <p:cNvSpPr/>
            <p:nvPr/>
          </p:nvSpPr>
          <p:spPr>
            <a:xfrm flipH="1">
              <a:off x="7687763" y="190824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2" name="Google Shape;1202;p70"/>
            <p:cNvGrpSpPr/>
            <p:nvPr/>
          </p:nvGrpSpPr>
          <p:grpSpPr>
            <a:xfrm>
              <a:off x="4851597" y="1425006"/>
              <a:ext cx="1542900" cy="316800"/>
              <a:chOff x="4801222" y="1142831"/>
              <a:chExt cx="1542900" cy="316800"/>
            </a:xfrm>
          </p:grpSpPr>
          <p:sp>
            <p:nvSpPr>
              <p:cNvPr id="1203" name="Google Shape;1203;p70"/>
              <p:cNvSpPr/>
              <p:nvPr/>
            </p:nvSpPr>
            <p:spPr>
              <a:xfrm>
                <a:off x="4801222" y="1142831"/>
                <a:ext cx="1542900" cy="3168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85738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70"/>
              <p:cNvSpPr/>
              <p:nvPr/>
            </p:nvSpPr>
            <p:spPr>
              <a:xfrm>
                <a:off x="5161905" y="1239184"/>
                <a:ext cx="60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70"/>
              <p:cNvSpPr/>
              <p:nvPr/>
            </p:nvSpPr>
            <p:spPr>
              <a:xfrm>
                <a:off x="5810078" y="1239184"/>
                <a:ext cx="442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70"/>
              <p:cNvSpPr/>
              <p:nvPr/>
            </p:nvSpPr>
            <p:spPr>
              <a:xfrm>
                <a:off x="5161905" y="1344867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70"/>
              <p:cNvSpPr/>
              <p:nvPr/>
            </p:nvSpPr>
            <p:spPr>
              <a:xfrm>
                <a:off x="4858914" y="1184993"/>
                <a:ext cx="232500" cy="23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8" name="Google Shape;1208;p70"/>
            <p:cNvSpPr/>
            <p:nvPr/>
          </p:nvSpPr>
          <p:spPr>
            <a:xfrm>
              <a:off x="6517358" y="1636165"/>
              <a:ext cx="521400" cy="105600"/>
            </a:xfrm>
            <a:prstGeom prst="roundRect">
              <a:avLst>
                <a:gd name="adj" fmla="val 42298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0"/>
            <p:cNvSpPr/>
            <p:nvPr/>
          </p:nvSpPr>
          <p:spPr>
            <a:xfrm>
              <a:off x="4374739" y="2773665"/>
              <a:ext cx="394500" cy="274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0" name="Google Shape;1210;p70"/>
            <p:cNvGrpSpPr/>
            <p:nvPr/>
          </p:nvGrpSpPr>
          <p:grpSpPr>
            <a:xfrm>
              <a:off x="5386483" y="2396195"/>
              <a:ext cx="801000" cy="801000"/>
              <a:chOff x="5372267" y="434783"/>
              <a:chExt cx="801000" cy="801000"/>
            </a:xfrm>
          </p:grpSpPr>
          <p:sp>
            <p:nvSpPr>
              <p:cNvPr id="1211" name="Google Shape;1211;p70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70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3" name="Google Shape;1213;p70"/>
            <p:cNvGrpSpPr/>
            <p:nvPr/>
          </p:nvGrpSpPr>
          <p:grpSpPr>
            <a:xfrm>
              <a:off x="4785772" y="2647318"/>
              <a:ext cx="739744" cy="1028624"/>
              <a:chOff x="8161500" y="2897475"/>
              <a:chExt cx="1020900" cy="1419575"/>
            </a:xfrm>
          </p:grpSpPr>
          <p:sp>
            <p:nvSpPr>
              <p:cNvPr id="1214" name="Google Shape;1214;p70"/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70"/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16" name="Google Shape;1216;p70"/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1217" name="Google Shape;1217;p70"/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18" name="Google Shape;1218;p70"/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19" name="Google Shape;1219;p70"/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20" name="Google Shape;1220;p70"/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1221" name="Google Shape;1221;p70"/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</p:sp>
          <p:grpSp>
            <p:nvGrpSpPr>
              <p:cNvPr id="1222" name="Google Shape;1222;p70"/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1223" name="Google Shape;1223;p70"/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70"/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70"/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70"/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27" name="Google Shape;1227;p70"/>
            <p:cNvSpPr/>
            <p:nvPr/>
          </p:nvSpPr>
          <p:spPr>
            <a:xfrm>
              <a:off x="8032619" y="3271615"/>
              <a:ext cx="253800" cy="2538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0"/>
            <p:cNvSpPr/>
            <p:nvPr/>
          </p:nvSpPr>
          <p:spPr>
            <a:xfrm>
              <a:off x="5386471" y="2095984"/>
              <a:ext cx="197100" cy="1971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9" name="Google Shape;1229;p70"/>
            <p:cNvGrpSpPr/>
            <p:nvPr/>
          </p:nvGrpSpPr>
          <p:grpSpPr>
            <a:xfrm>
              <a:off x="4408235" y="1688223"/>
              <a:ext cx="3745392" cy="1987726"/>
              <a:chOff x="2442475" y="1834625"/>
              <a:chExt cx="3131075" cy="1661700"/>
            </a:xfrm>
          </p:grpSpPr>
          <p:sp>
            <p:nvSpPr>
              <p:cNvPr id="1230" name="Google Shape;1230;p70"/>
              <p:cNvSpPr/>
              <p:nvPr/>
            </p:nvSpPr>
            <p:spPr>
              <a:xfrm>
                <a:off x="2442475" y="1941350"/>
                <a:ext cx="2724775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108991" h="4292" extrusionOk="0">
                    <a:moveTo>
                      <a:pt x="2283" y="0"/>
                    </a:moveTo>
                    <a:cubicBezTo>
                      <a:pt x="1141" y="0"/>
                      <a:pt x="0" y="867"/>
                      <a:pt x="0" y="2009"/>
                    </a:cubicBezTo>
                    <a:cubicBezTo>
                      <a:pt x="0" y="3424"/>
                      <a:pt x="1141" y="4291"/>
                      <a:pt x="2283" y="4291"/>
                    </a:cubicBezTo>
                    <a:lnTo>
                      <a:pt x="106982" y="4291"/>
                    </a:lnTo>
                    <a:cubicBezTo>
                      <a:pt x="108124" y="4291"/>
                      <a:pt x="108991" y="3424"/>
                      <a:pt x="108991" y="2009"/>
                    </a:cubicBezTo>
                    <a:cubicBezTo>
                      <a:pt x="108991" y="867"/>
                      <a:pt x="108124" y="0"/>
                      <a:pt x="1069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70"/>
              <p:cNvSpPr/>
              <p:nvPr/>
            </p:nvSpPr>
            <p:spPr>
              <a:xfrm>
                <a:off x="2442475" y="183462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75"/>
                      <a:pt x="0" y="845"/>
                    </a:cubicBezTo>
                    <a:cubicBezTo>
                      <a:pt x="0" y="1416"/>
                      <a:pt x="274" y="1713"/>
                      <a:pt x="845" y="1713"/>
                    </a:cubicBezTo>
                    <a:cubicBezTo>
                      <a:pt x="1415" y="1713"/>
                      <a:pt x="1712" y="1416"/>
                      <a:pt x="1712" y="845"/>
                    </a:cubicBezTo>
                    <a:cubicBezTo>
                      <a:pt x="1712" y="275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70"/>
              <p:cNvSpPr/>
              <p:nvPr/>
            </p:nvSpPr>
            <p:spPr>
              <a:xfrm>
                <a:off x="2534900" y="1834625"/>
                <a:ext cx="502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1713" extrusionOk="0">
                    <a:moveTo>
                      <a:pt x="868" y="1"/>
                    </a:moveTo>
                    <a:cubicBezTo>
                      <a:pt x="571" y="1"/>
                      <a:pt x="1" y="275"/>
                      <a:pt x="1" y="845"/>
                    </a:cubicBezTo>
                    <a:cubicBezTo>
                      <a:pt x="1" y="1416"/>
                      <a:pt x="571" y="1713"/>
                      <a:pt x="868" y="1713"/>
                    </a:cubicBezTo>
                    <a:cubicBezTo>
                      <a:pt x="1439" y="1713"/>
                      <a:pt x="2009" y="1416"/>
                      <a:pt x="2009" y="845"/>
                    </a:cubicBezTo>
                    <a:cubicBezTo>
                      <a:pt x="2009" y="275"/>
                      <a:pt x="1439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70"/>
              <p:cNvSpPr/>
              <p:nvPr/>
            </p:nvSpPr>
            <p:spPr>
              <a:xfrm>
                <a:off x="2627925" y="183462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0" y="275"/>
                      <a:pt x="0" y="845"/>
                    </a:cubicBezTo>
                    <a:cubicBezTo>
                      <a:pt x="0" y="1416"/>
                      <a:pt x="571" y="1713"/>
                      <a:pt x="1142" y="1713"/>
                    </a:cubicBezTo>
                    <a:cubicBezTo>
                      <a:pt x="1712" y="1713"/>
                      <a:pt x="1986" y="1416"/>
                      <a:pt x="1986" y="845"/>
                    </a:cubicBezTo>
                    <a:cubicBezTo>
                      <a:pt x="1986" y="275"/>
                      <a:pt x="1712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70"/>
              <p:cNvSpPr/>
              <p:nvPr/>
            </p:nvSpPr>
            <p:spPr>
              <a:xfrm>
                <a:off x="464625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571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571" y="52202"/>
                      <a:pt x="1142" y="52202"/>
                    </a:cubicBezTo>
                    <a:lnTo>
                      <a:pt x="35950" y="52202"/>
                    </a:lnTo>
                    <a:cubicBezTo>
                      <a:pt x="36818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818" y="1"/>
                      <a:pt x="359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70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70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70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70"/>
              <p:cNvSpPr/>
              <p:nvPr/>
            </p:nvSpPr>
            <p:spPr>
              <a:xfrm>
                <a:off x="4845975" y="2827891"/>
                <a:ext cx="535275" cy="535275"/>
              </a:xfrm>
              <a:custGeom>
                <a:avLst/>
                <a:gdLst/>
                <a:ahLst/>
                <a:cxnLst/>
                <a:rect l="l" t="t" r="r" b="b"/>
                <a:pathLst>
                  <a:path w="21411" h="21411" extrusionOk="0">
                    <a:moveTo>
                      <a:pt x="10568" y="6574"/>
                    </a:moveTo>
                    <a:cubicBezTo>
                      <a:pt x="12851" y="6574"/>
                      <a:pt x="14563" y="8560"/>
                      <a:pt x="14563" y="10842"/>
                    </a:cubicBezTo>
                    <a:cubicBezTo>
                      <a:pt x="14563" y="12851"/>
                      <a:pt x="12851" y="14837"/>
                      <a:pt x="10568" y="14837"/>
                    </a:cubicBezTo>
                    <a:cubicBezTo>
                      <a:pt x="8286" y="14837"/>
                      <a:pt x="6574" y="12851"/>
                      <a:pt x="6574" y="10842"/>
                    </a:cubicBezTo>
                    <a:cubicBezTo>
                      <a:pt x="6574" y="8560"/>
                      <a:pt x="8286" y="6574"/>
                      <a:pt x="10568" y="6574"/>
                    </a:cubicBezTo>
                    <a:close/>
                    <a:moveTo>
                      <a:pt x="8560" y="0"/>
                    </a:moveTo>
                    <a:lnTo>
                      <a:pt x="8560" y="2009"/>
                    </a:lnTo>
                    <a:cubicBezTo>
                      <a:pt x="7715" y="2283"/>
                      <a:pt x="6848" y="2580"/>
                      <a:pt x="6003" y="3150"/>
                    </a:cubicBezTo>
                    <a:lnTo>
                      <a:pt x="4565" y="1712"/>
                    </a:lnTo>
                    <a:lnTo>
                      <a:pt x="1712" y="4565"/>
                    </a:lnTo>
                    <a:lnTo>
                      <a:pt x="3150" y="6277"/>
                    </a:lnTo>
                    <a:cubicBezTo>
                      <a:pt x="2580" y="6848"/>
                      <a:pt x="2283" y="7715"/>
                      <a:pt x="2009" y="8560"/>
                    </a:cubicBezTo>
                    <a:lnTo>
                      <a:pt x="0" y="8560"/>
                    </a:lnTo>
                    <a:lnTo>
                      <a:pt x="0" y="12851"/>
                    </a:lnTo>
                    <a:lnTo>
                      <a:pt x="2009" y="12851"/>
                    </a:lnTo>
                    <a:cubicBezTo>
                      <a:pt x="2283" y="13695"/>
                      <a:pt x="2580" y="14563"/>
                      <a:pt x="3150" y="15407"/>
                    </a:cubicBezTo>
                    <a:lnTo>
                      <a:pt x="1712" y="16845"/>
                    </a:lnTo>
                    <a:lnTo>
                      <a:pt x="4565" y="19698"/>
                    </a:lnTo>
                    <a:lnTo>
                      <a:pt x="6003" y="18260"/>
                    </a:lnTo>
                    <a:cubicBezTo>
                      <a:pt x="6848" y="18831"/>
                      <a:pt x="7715" y="19128"/>
                      <a:pt x="8560" y="19402"/>
                    </a:cubicBezTo>
                    <a:lnTo>
                      <a:pt x="8560" y="21410"/>
                    </a:lnTo>
                    <a:lnTo>
                      <a:pt x="12554" y="21410"/>
                    </a:lnTo>
                    <a:lnTo>
                      <a:pt x="12851" y="19402"/>
                    </a:lnTo>
                    <a:cubicBezTo>
                      <a:pt x="13696" y="19128"/>
                      <a:pt x="14563" y="18831"/>
                      <a:pt x="15134" y="18260"/>
                    </a:cubicBezTo>
                    <a:lnTo>
                      <a:pt x="16845" y="19698"/>
                    </a:lnTo>
                    <a:lnTo>
                      <a:pt x="19699" y="16845"/>
                    </a:lnTo>
                    <a:lnTo>
                      <a:pt x="18261" y="15407"/>
                    </a:lnTo>
                    <a:cubicBezTo>
                      <a:pt x="18831" y="14563"/>
                      <a:pt x="19128" y="13695"/>
                      <a:pt x="19128" y="12851"/>
                    </a:cubicBezTo>
                    <a:lnTo>
                      <a:pt x="21410" y="12851"/>
                    </a:lnTo>
                    <a:lnTo>
                      <a:pt x="21410" y="8560"/>
                    </a:lnTo>
                    <a:lnTo>
                      <a:pt x="19128" y="8560"/>
                    </a:lnTo>
                    <a:cubicBezTo>
                      <a:pt x="19128" y="7715"/>
                      <a:pt x="18831" y="6848"/>
                      <a:pt x="18261" y="6277"/>
                    </a:cubicBezTo>
                    <a:lnTo>
                      <a:pt x="19699" y="4565"/>
                    </a:lnTo>
                    <a:lnTo>
                      <a:pt x="16845" y="1712"/>
                    </a:lnTo>
                    <a:lnTo>
                      <a:pt x="15134" y="3150"/>
                    </a:lnTo>
                    <a:cubicBezTo>
                      <a:pt x="14563" y="2580"/>
                      <a:pt x="13696" y="2283"/>
                      <a:pt x="12851" y="2009"/>
                    </a:cubicBezTo>
                    <a:lnTo>
                      <a:pt x="125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70"/>
              <p:cNvSpPr/>
              <p:nvPr/>
            </p:nvSpPr>
            <p:spPr>
              <a:xfrm>
                <a:off x="359800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274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274" y="52202"/>
                      <a:pt x="1142" y="52202"/>
                    </a:cubicBezTo>
                    <a:lnTo>
                      <a:pt x="35950" y="52202"/>
                    </a:lnTo>
                    <a:cubicBezTo>
                      <a:pt x="36521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521" y="1"/>
                      <a:pt x="359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70"/>
              <p:cNvSpPr/>
              <p:nvPr/>
            </p:nvSpPr>
            <p:spPr>
              <a:xfrm>
                <a:off x="3655050" y="2433800"/>
                <a:ext cx="813175" cy="1005475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40219" extrusionOk="0">
                    <a:moveTo>
                      <a:pt x="1" y="0"/>
                    </a:moveTo>
                    <a:lnTo>
                      <a:pt x="1" y="40218"/>
                    </a:lnTo>
                    <a:lnTo>
                      <a:pt x="32527" y="40218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70"/>
              <p:cNvSpPr/>
              <p:nvPr/>
            </p:nvSpPr>
            <p:spPr>
              <a:xfrm>
                <a:off x="3647650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2009" y="1439"/>
                      <a:pt x="2009" y="868"/>
                    </a:cubicBezTo>
                    <a:cubicBezTo>
                      <a:pt x="2009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70"/>
              <p:cNvSpPr/>
              <p:nvPr/>
            </p:nvSpPr>
            <p:spPr>
              <a:xfrm>
                <a:off x="3740650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1" y="298"/>
                      <a:pt x="1" y="868"/>
                    </a:cubicBezTo>
                    <a:cubicBezTo>
                      <a:pt x="1" y="1439"/>
                      <a:pt x="571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70"/>
              <p:cNvSpPr/>
              <p:nvPr/>
            </p:nvSpPr>
            <p:spPr>
              <a:xfrm>
                <a:off x="384052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98"/>
                      <a:pt x="0" y="868"/>
                    </a:cubicBezTo>
                    <a:cubicBezTo>
                      <a:pt x="0" y="1439"/>
                      <a:pt x="274" y="1713"/>
                      <a:pt x="845" y="1713"/>
                    </a:cubicBezTo>
                    <a:cubicBezTo>
                      <a:pt x="1415" y="1713"/>
                      <a:pt x="1712" y="1439"/>
                      <a:pt x="1712" y="868"/>
                    </a:cubicBezTo>
                    <a:cubicBezTo>
                      <a:pt x="1712" y="298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70"/>
              <p:cNvSpPr/>
              <p:nvPr/>
            </p:nvSpPr>
            <p:spPr>
              <a:xfrm>
                <a:off x="3790300" y="3061500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70"/>
              <p:cNvSpPr/>
              <p:nvPr/>
            </p:nvSpPr>
            <p:spPr>
              <a:xfrm>
                <a:off x="3790300" y="3175625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70"/>
              <p:cNvSpPr/>
              <p:nvPr/>
            </p:nvSpPr>
            <p:spPr>
              <a:xfrm>
                <a:off x="3932950" y="3282325"/>
                <a:ext cx="256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1713" extrusionOk="0">
                    <a:moveTo>
                      <a:pt x="571" y="0"/>
                    </a:moveTo>
                    <a:cubicBezTo>
                      <a:pt x="298" y="0"/>
                      <a:pt x="1" y="571"/>
                      <a:pt x="1" y="868"/>
                    </a:cubicBezTo>
                    <a:cubicBezTo>
                      <a:pt x="1" y="1142"/>
                      <a:pt x="298" y="1712"/>
                      <a:pt x="571" y="1712"/>
                    </a:cubicBezTo>
                    <a:lnTo>
                      <a:pt x="9428" y="1712"/>
                    </a:lnTo>
                    <a:cubicBezTo>
                      <a:pt x="9998" y="1712"/>
                      <a:pt x="10272" y="1142"/>
                      <a:pt x="10272" y="868"/>
                    </a:cubicBezTo>
                    <a:cubicBezTo>
                      <a:pt x="10272" y="571"/>
                      <a:pt x="9998" y="0"/>
                      <a:pt x="94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70"/>
              <p:cNvSpPr/>
              <p:nvPr/>
            </p:nvSpPr>
            <p:spPr>
              <a:xfrm>
                <a:off x="3911850" y="2533650"/>
                <a:ext cx="306450" cy="306450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2258" extrusionOk="0">
                    <a:moveTo>
                      <a:pt x="5981" y="1"/>
                    </a:moveTo>
                    <a:cubicBezTo>
                      <a:pt x="2557" y="1"/>
                      <a:pt x="0" y="2557"/>
                      <a:pt x="0" y="5981"/>
                    </a:cubicBezTo>
                    <a:cubicBezTo>
                      <a:pt x="0" y="9405"/>
                      <a:pt x="2557" y="12258"/>
                      <a:pt x="5981" y="12258"/>
                    </a:cubicBezTo>
                    <a:cubicBezTo>
                      <a:pt x="9404" y="12258"/>
                      <a:pt x="12258" y="9405"/>
                      <a:pt x="12258" y="5981"/>
                    </a:cubicBezTo>
                    <a:cubicBezTo>
                      <a:pt x="12258" y="2557"/>
                      <a:pt x="9404" y="1"/>
                      <a:pt x="5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70"/>
              <p:cNvSpPr/>
              <p:nvPr/>
            </p:nvSpPr>
            <p:spPr>
              <a:xfrm>
                <a:off x="4004300" y="2576450"/>
                <a:ext cx="1141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269" extrusionOk="0">
                    <a:moveTo>
                      <a:pt x="2283" y="1"/>
                    </a:moveTo>
                    <a:cubicBezTo>
                      <a:pt x="1141" y="1"/>
                      <a:pt x="0" y="845"/>
                      <a:pt x="0" y="2283"/>
                    </a:cubicBezTo>
                    <a:cubicBezTo>
                      <a:pt x="0" y="3424"/>
                      <a:pt x="1141" y="4269"/>
                      <a:pt x="2283" y="4269"/>
                    </a:cubicBezTo>
                    <a:cubicBezTo>
                      <a:pt x="3424" y="4269"/>
                      <a:pt x="4565" y="3424"/>
                      <a:pt x="4565" y="2283"/>
                    </a:cubicBezTo>
                    <a:cubicBezTo>
                      <a:pt x="4565" y="845"/>
                      <a:pt x="3424" y="1"/>
                      <a:pt x="2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70"/>
              <p:cNvSpPr/>
              <p:nvPr/>
            </p:nvSpPr>
            <p:spPr>
              <a:xfrm>
                <a:off x="3954650" y="2711700"/>
                <a:ext cx="214000" cy="121550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4862" extrusionOk="0">
                    <a:moveTo>
                      <a:pt x="4269" y="0"/>
                    </a:moveTo>
                    <a:cubicBezTo>
                      <a:pt x="2283" y="0"/>
                      <a:pt x="571" y="1141"/>
                      <a:pt x="0" y="2853"/>
                    </a:cubicBezTo>
                    <a:cubicBezTo>
                      <a:pt x="1141" y="3995"/>
                      <a:pt x="2557" y="4862"/>
                      <a:pt x="4269" y="4862"/>
                    </a:cubicBezTo>
                    <a:cubicBezTo>
                      <a:pt x="5980" y="4862"/>
                      <a:pt x="7418" y="3995"/>
                      <a:pt x="8560" y="2853"/>
                    </a:cubicBezTo>
                    <a:cubicBezTo>
                      <a:pt x="7989" y="1141"/>
                      <a:pt x="6277" y="0"/>
                      <a:pt x="4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0" name="Google Shape;1250;p70"/>
            <p:cNvGrpSpPr/>
            <p:nvPr/>
          </p:nvGrpSpPr>
          <p:grpSpPr>
            <a:xfrm>
              <a:off x="7199564" y="2548592"/>
              <a:ext cx="836053" cy="232500"/>
              <a:chOff x="7110769" y="2167592"/>
              <a:chExt cx="836053" cy="232500"/>
            </a:xfrm>
          </p:grpSpPr>
          <p:sp>
            <p:nvSpPr>
              <p:cNvPr id="1251" name="Google Shape;1251;p70"/>
              <p:cNvSpPr/>
              <p:nvPr/>
            </p:nvSpPr>
            <p:spPr>
              <a:xfrm>
                <a:off x="7110769" y="2167592"/>
                <a:ext cx="338100" cy="232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70"/>
              <p:cNvSpPr/>
              <p:nvPr/>
            </p:nvSpPr>
            <p:spPr>
              <a:xfrm>
                <a:off x="7552322" y="2167610"/>
                <a:ext cx="394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70"/>
              <p:cNvSpPr/>
              <p:nvPr/>
            </p:nvSpPr>
            <p:spPr>
              <a:xfrm>
                <a:off x="7552322" y="2259290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70"/>
              <p:cNvSpPr/>
              <p:nvPr/>
            </p:nvSpPr>
            <p:spPr>
              <a:xfrm>
                <a:off x="7552322" y="2350970"/>
                <a:ext cx="1596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5" name="Google Shape;1255;p70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70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70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70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54;p83">
            <a:extLst>
              <a:ext uri="{FF2B5EF4-FFF2-40B4-BE49-F238E27FC236}">
                <a16:creationId xmlns:a16="http://schemas.microsoft.com/office/drawing/2014/main" id="{BCD24BB2-CC26-08A5-4856-2BEED9D0A304}"/>
              </a:ext>
            </a:extLst>
          </p:cNvPr>
          <p:cNvSpPr/>
          <p:nvPr/>
        </p:nvSpPr>
        <p:spPr>
          <a:xfrm>
            <a:off x="719999" y="3728975"/>
            <a:ext cx="2070825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Built-in communication</a:t>
            </a:r>
          </a:p>
        </p:txBody>
      </p:sp>
      <p:sp>
        <p:nvSpPr>
          <p:cNvPr id="8" name="Google Shape;1954;p83">
            <a:extLst>
              <a:ext uri="{FF2B5EF4-FFF2-40B4-BE49-F238E27FC236}">
                <a16:creationId xmlns:a16="http://schemas.microsoft.com/office/drawing/2014/main" id="{94106CFF-1DDF-8A9E-FE42-7BF638083240}"/>
              </a:ext>
            </a:extLst>
          </p:cNvPr>
          <p:cNvSpPr/>
          <p:nvPr/>
        </p:nvSpPr>
        <p:spPr>
          <a:xfrm>
            <a:off x="760756" y="2889320"/>
            <a:ext cx="2030068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Useful small clinic</a:t>
            </a:r>
            <a:endParaRPr dirty="0"/>
          </a:p>
        </p:txBody>
      </p:sp>
      <p:sp>
        <p:nvSpPr>
          <p:cNvPr id="9" name="Google Shape;1954;p83">
            <a:extLst>
              <a:ext uri="{FF2B5EF4-FFF2-40B4-BE49-F238E27FC236}">
                <a16:creationId xmlns:a16="http://schemas.microsoft.com/office/drawing/2014/main" id="{32B20CF2-7BFE-F68D-31FF-6333A706D4B2}"/>
              </a:ext>
            </a:extLst>
          </p:cNvPr>
          <p:cNvSpPr/>
          <p:nvPr/>
        </p:nvSpPr>
        <p:spPr>
          <a:xfrm>
            <a:off x="760756" y="2089950"/>
            <a:ext cx="2030068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Pilot Implementation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1"/>
          <p:cNvSpPr txBox="1">
            <a:spLocks noGrp="1"/>
          </p:cNvSpPr>
          <p:nvPr>
            <p:ph type="title"/>
          </p:nvPr>
        </p:nvSpPr>
        <p:spPr>
          <a:xfrm flipH="1">
            <a:off x="5337207" y="633708"/>
            <a:ext cx="2654269" cy="4411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Constraints</a:t>
            </a:r>
            <a:endParaRPr dirty="0"/>
          </a:p>
        </p:txBody>
      </p:sp>
      <p:sp>
        <p:nvSpPr>
          <p:cNvPr id="1265" name="Google Shape;1265;p71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71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71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71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9" name="Google Shape;1269;p71"/>
          <p:cNvGrpSpPr/>
          <p:nvPr/>
        </p:nvGrpSpPr>
        <p:grpSpPr>
          <a:xfrm>
            <a:off x="1004067" y="1313058"/>
            <a:ext cx="3628631" cy="2517384"/>
            <a:chOff x="1109417" y="1193720"/>
            <a:chExt cx="3628631" cy="2517384"/>
          </a:xfrm>
        </p:grpSpPr>
        <p:grpSp>
          <p:nvGrpSpPr>
            <p:cNvPr id="1270" name="Google Shape;1270;p71"/>
            <p:cNvGrpSpPr/>
            <p:nvPr/>
          </p:nvGrpSpPr>
          <p:grpSpPr>
            <a:xfrm rot="5400000">
              <a:off x="2245108" y="1193720"/>
              <a:ext cx="801000" cy="801000"/>
              <a:chOff x="5372267" y="434783"/>
              <a:chExt cx="801000" cy="801000"/>
            </a:xfrm>
          </p:grpSpPr>
          <p:sp>
            <p:nvSpPr>
              <p:cNvPr id="1271" name="Google Shape;1271;p71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3" name="Google Shape;1273;p71"/>
            <p:cNvSpPr/>
            <p:nvPr/>
          </p:nvSpPr>
          <p:spPr>
            <a:xfrm flipH="1">
              <a:off x="4240547" y="2715949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4" name="Google Shape;1274;p71"/>
            <p:cNvGrpSpPr/>
            <p:nvPr/>
          </p:nvGrpSpPr>
          <p:grpSpPr>
            <a:xfrm flipH="1">
              <a:off x="1353013" y="1432192"/>
              <a:ext cx="903412" cy="1289407"/>
              <a:chOff x="5484390" y="2699155"/>
              <a:chExt cx="1632940" cy="2330636"/>
            </a:xfrm>
          </p:grpSpPr>
          <p:sp>
            <p:nvSpPr>
              <p:cNvPr id="1275" name="Google Shape;1275;p71"/>
              <p:cNvSpPr/>
              <p:nvPr/>
            </p:nvSpPr>
            <p:spPr>
              <a:xfrm rot="1337864">
                <a:off x="5849934" y="2791559"/>
                <a:ext cx="901851" cy="2104597"/>
              </a:xfrm>
              <a:custGeom>
                <a:avLst/>
                <a:gdLst/>
                <a:ahLst/>
                <a:cxnLst/>
                <a:rect l="l" t="t" r="r" b="b"/>
                <a:pathLst>
                  <a:path w="27098" h="63237" extrusionOk="0">
                    <a:moveTo>
                      <a:pt x="3771" y="1"/>
                    </a:moveTo>
                    <a:cubicBezTo>
                      <a:pt x="3500" y="1"/>
                      <a:pt x="3230" y="34"/>
                      <a:pt x="2976" y="102"/>
                    </a:cubicBezTo>
                    <a:cubicBezTo>
                      <a:pt x="1878" y="406"/>
                      <a:pt x="1116" y="1116"/>
                      <a:pt x="728" y="2214"/>
                    </a:cubicBezTo>
                    <a:cubicBezTo>
                      <a:pt x="1" y="4260"/>
                      <a:pt x="744" y="7083"/>
                      <a:pt x="1878" y="8621"/>
                    </a:cubicBezTo>
                    <a:cubicBezTo>
                      <a:pt x="2216" y="9095"/>
                      <a:pt x="2621" y="9568"/>
                      <a:pt x="3010" y="10024"/>
                    </a:cubicBezTo>
                    <a:cubicBezTo>
                      <a:pt x="3922" y="11123"/>
                      <a:pt x="4887" y="12255"/>
                      <a:pt x="5326" y="13659"/>
                    </a:cubicBezTo>
                    <a:cubicBezTo>
                      <a:pt x="6154" y="16228"/>
                      <a:pt x="5410" y="18426"/>
                      <a:pt x="4684" y="20555"/>
                    </a:cubicBezTo>
                    <a:cubicBezTo>
                      <a:pt x="4294" y="21687"/>
                      <a:pt x="3889" y="22871"/>
                      <a:pt x="3719" y="24122"/>
                    </a:cubicBezTo>
                    <a:cubicBezTo>
                      <a:pt x="3365" y="26725"/>
                      <a:pt x="3922" y="29125"/>
                      <a:pt x="5258" y="30748"/>
                    </a:cubicBezTo>
                    <a:cubicBezTo>
                      <a:pt x="5630" y="31187"/>
                      <a:pt x="6086" y="31593"/>
                      <a:pt x="6509" y="31999"/>
                    </a:cubicBezTo>
                    <a:cubicBezTo>
                      <a:pt x="7134" y="32557"/>
                      <a:pt x="7776" y="33148"/>
                      <a:pt x="8233" y="33876"/>
                    </a:cubicBezTo>
                    <a:cubicBezTo>
                      <a:pt x="9670" y="36073"/>
                      <a:pt x="9146" y="38981"/>
                      <a:pt x="8639" y="40975"/>
                    </a:cubicBezTo>
                    <a:cubicBezTo>
                      <a:pt x="8572" y="41262"/>
                      <a:pt x="8486" y="41550"/>
                      <a:pt x="8419" y="41837"/>
                    </a:cubicBezTo>
                    <a:cubicBezTo>
                      <a:pt x="7895" y="43798"/>
                      <a:pt x="7371" y="45810"/>
                      <a:pt x="7794" y="47737"/>
                    </a:cubicBezTo>
                    <a:cubicBezTo>
                      <a:pt x="8335" y="50171"/>
                      <a:pt x="10228" y="51878"/>
                      <a:pt x="12223" y="53687"/>
                    </a:cubicBezTo>
                    <a:cubicBezTo>
                      <a:pt x="13879" y="55174"/>
                      <a:pt x="15586" y="56712"/>
                      <a:pt x="16516" y="58740"/>
                    </a:cubicBezTo>
                    <a:cubicBezTo>
                      <a:pt x="16719" y="59180"/>
                      <a:pt x="16888" y="59637"/>
                      <a:pt x="17040" y="60077"/>
                    </a:cubicBezTo>
                    <a:cubicBezTo>
                      <a:pt x="17328" y="60870"/>
                      <a:pt x="17598" y="61632"/>
                      <a:pt x="18071" y="62256"/>
                    </a:cubicBezTo>
                    <a:cubicBezTo>
                      <a:pt x="18561" y="62916"/>
                      <a:pt x="19221" y="63237"/>
                      <a:pt x="20082" y="63237"/>
                    </a:cubicBezTo>
                    <a:cubicBezTo>
                      <a:pt x="20522" y="63237"/>
                      <a:pt x="21013" y="63153"/>
                      <a:pt x="21536" y="62984"/>
                    </a:cubicBezTo>
                    <a:cubicBezTo>
                      <a:pt x="22162" y="62781"/>
                      <a:pt x="22838" y="62459"/>
                      <a:pt x="23514" y="62054"/>
                    </a:cubicBezTo>
                    <a:cubicBezTo>
                      <a:pt x="25694" y="60753"/>
                      <a:pt x="27098" y="58251"/>
                      <a:pt x="27030" y="55833"/>
                    </a:cubicBezTo>
                    <a:cubicBezTo>
                      <a:pt x="26963" y="53500"/>
                      <a:pt x="25796" y="51489"/>
                      <a:pt x="24579" y="49342"/>
                    </a:cubicBezTo>
                    <a:cubicBezTo>
                      <a:pt x="23700" y="47838"/>
                      <a:pt x="22804" y="46265"/>
                      <a:pt x="22331" y="44559"/>
                    </a:cubicBezTo>
                    <a:cubicBezTo>
                      <a:pt x="21367" y="41212"/>
                      <a:pt x="22111" y="37696"/>
                      <a:pt x="22838" y="34298"/>
                    </a:cubicBezTo>
                    <a:cubicBezTo>
                      <a:pt x="22922" y="33926"/>
                      <a:pt x="22990" y="33554"/>
                      <a:pt x="23075" y="33182"/>
                    </a:cubicBezTo>
                    <a:cubicBezTo>
                      <a:pt x="23801" y="29616"/>
                      <a:pt x="24292" y="25559"/>
                      <a:pt x="22331" y="22381"/>
                    </a:cubicBezTo>
                    <a:cubicBezTo>
                      <a:pt x="20995" y="20234"/>
                      <a:pt x="18714" y="18831"/>
                      <a:pt x="16516" y="17479"/>
                    </a:cubicBezTo>
                    <a:cubicBezTo>
                      <a:pt x="14082" y="15974"/>
                      <a:pt x="11563" y="14436"/>
                      <a:pt x="10244" y="11883"/>
                    </a:cubicBezTo>
                    <a:cubicBezTo>
                      <a:pt x="9484" y="10429"/>
                      <a:pt x="9196" y="8773"/>
                      <a:pt x="8926" y="7184"/>
                    </a:cubicBezTo>
                    <a:lnTo>
                      <a:pt x="8842" y="6728"/>
                    </a:lnTo>
                    <a:cubicBezTo>
                      <a:pt x="8554" y="5054"/>
                      <a:pt x="8182" y="3314"/>
                      <a:pt x="7168" y="1928"/>
                    </a:cubicBezTo>
                    <a:cubicBezTo>
                      <a:pt x="6323" y="760"/>
                      <a:pt x="4988" y="1"/>
                      <a:pt x="37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71"/>
              <p:cNvSpPr/>
              <p:nvPr/>
            </p:nvSpPr>
            <p:spPr>
              <a:xfrm>
                <a:off x="5976368" y="2785366"/>
                <a:ext cx="708700" cy="2244425"/>
              </a:xfrm>
              <a:custGeom>
                <a:avLst/>
                <a:gdLst/>
                <a:ahLst/>
                <a:cxnLst/>
                <a:rect l="l" t="t" r="r" b="b"/>
                <a:pathLst>
                  <a:path w="28348" h="89777" extrusionOk="0">
                    <a:moveTo>
                      <a:pt x="22990" y="0"/>
                    </a:moveTo>
                    <a:cubicBezTo>
                      <a:pt x="20759" y="0"/>
                      <a:pt x="19253" y="2249"/>
                      <a:pt x="18933" y="4480"/>
                    </a:cubicBezTo>
                    <a:cubicBezTo>
                      <a:pt x="18764" y="5765"/>
                      <a:pt x="18764" y="7016"/>
                      <a:pt x="18764" y="8215"/>
                    </a:cubicBezTo>
                    <a:cubicBezTo>
                      <a:pt x="18764" y="10616"/>
                      <a:pt x="18764" y="12881"/>
                      <a:pt x="17445" y="15281"/>
                    </a:cubicBezTo>
                    <a:cubicBezTo>
                      <a:pt x="16634" y="16769"/>
                      <a:pt x="15535" y="18071"/>
                      <a:pt x="14453" y="19322"/>
                    </a:cubicBezTo>
                    <a:cubicBezTo>
                      <a:pt x="13693" y="20235"/>
                      <a:pt x="12881" y="21181"/>
                      <a:pt x="12221" y="22178"/>
                    </a:cubicBezTo>
                    <a:cubicBezTo>
                      <a:pt x="9839" y="25694"/>
                      <a:pt x="9010" y="30005"/>
                      <a:pt x="9805" y="34653"/>
                    </a:cubicBezTo>
                    <a:cubicBezTo>
                      <a:pt x="10515" y="38795"/>
                      <a:pt x="9433" y="42090"/>
                      <a:pt x="6052" y="46030"/>
                    </a:cubicBezTo>
                    <a:cubicBezTo>
                      <a:pt x="3077" y="49512"/>
                      <a:pt x="1" y="53096"/>
                      <a:pt x="964" y="58167"/>
                    </a:cubicBezTo>
                    <a:cubicBezTo>
                      <a:pt x="1302" y="59958"/>
                      <a:pt x="2131" y="61716"/>
                      <a:pt x="2924" y="63441"/>
                    </a:cubicBezTo>
                    <a:cubicBezTo>
                      <a:pt x="4311" y="66364"/>
                      <a:pt x="5714" y="69391"/>
                      <a:pt x="4885" y="72772"/>
                    </a:cubicBezTo>
                    <a:cubicBezTo>
                      <a:pt x="4599" y="73921"/>
                      <a:pt x="4040" y="74985"/>
                      <a:pt x="3517" y="75999"/>
                    </a:cubicBezTo>
                    <a:cubicBezTo>
                      <a:pt x="3246" y="76524"/>
                      <a:pt x="2958" y="77065"/>
                      <a:pt x="2722" y="77606"/>
                    </a:cubicBezTo>
                    <a:cubicBezTo>
                      <a:pt x="1741" y="79837"/>
                      <a:pt x="1471" y="82186"/>
                      <a:pt x="1978" y="84248"/>
                    </a:cubicBezTo>
                    <a:cubicBezTo>
                      <a:pt x="2367" y="85905"/>
                      <a:pt x="3314" y="87426"/>
                      <a:pt x="4565" y="88441"/>
                    </a:cubicBezTo>
                    <a:cubicBezTo>
                      <a:pt x="5020" y="88813"/>
                      <a:pt x="5494" y="89101"/>
                      <a:pt x="6001" y="89320"/>
                    </a:cubicBezTo>
                    <a:cubicBezTo>
                      <a:pt x="6677" y="89624"/>
                      <a:pt x="7472" y="89777"/>
                      <a:pt x="8401" y="89777"/>
                    </a:cubicBezTo>
                    <a:cubicBezTo>
                      <a:pt x="10768" y="89777"/>
                      <a:pt x="13727" y="88762"/>
                      <a:pt x="15552" y="87309"/>
                    </a:cubicBezTo>
                    <a:cubicBezTo>
                      <a:pt x="18527" y="84976"/>
                      <a:pt x="18392" y="81866"/>
                      <a:pt x="18239" y="78569"/>
                    </a:cubicBezTo>
                    <a:cubicBezTo>
                      <a:pt x="18122" y="75932"/>
                      <a:pt x="18003" y="73227"/>
                      <a:pt x="19456" y="70777"/>
                    </a:cubicBezTo>
                    <a:cubicBezTo>
                      <a:pt x="20099" y="69661"/>
                      <a:pt x="20910" y="68647"/>
                      <a:pt x="21671" y="67649"/>
                    </a:cubicBezTo>
                    <a:cubicBezTo>
                      <a:pt x="22972" y="65976"/>
                      <a:pt x="24207" y="64403"/>
                      <a:pt x="24832" y="62426"/>
                    </a:cubicBezTo>
                    <a:cubicBezTo>
                      <a:pt x="25796" y="59418"/>
                      <a:pt x="24967" y="56172"/>
                      <a:pt x="24122" y="53670"/>
                    </a:cubicBezTo>
                    <a:cubicBezTo>
                      <a:pt x="23885" y="52994"/>
                      <a:pt x="23632" y="52300"/>
                      <a:pt x="23396" y="51624"/>
                    </a:cubicBezTo>
                    <a:cubicBezTo>
                      <a:pt x="22600" y="49444"/>
                      <a:pt x="21789" y="47195"/>
                      <a:pt x="21536" y="44846"/>
                    </a:cubicBezTo>
                    <a:cubicBezTo>
                      <a:pt x="21282" y="42226"/>
                      <a:pt x="21773" y="40096"/>
                      <a:pt x="23057" y="38304"/>
                    </a:cubicBezTo>
                    <a:cubicBezTo>
                      <a:pt x="23396" y="37831"/>
                      <a:pt x="23767" y="37391"/>
                      <a:pt x="24122" y="36952"/>
                    </a:cubicBezTo>
                    <a:cubicBezTo>
                      <a:pt x="24680" y="36259"/>
                      <a:pt x="25271" y="35532"/>
                      <a:pt x="25728" y="34754"/>
                    </a:cubicBezTo>
                    <a:cubicBezTo>
                      <a:pt x="27638" y="31441"/>
                      <a:pt x="26826" y="28078"/>
                      <a:pt x="25947" y="24511"/>
                    </a:cubicBezTo>
                    <a:cubicBezTo>
                      <a:pt x="25187" y="21434"/>
                      <a:pt x="24410" y="18274"/>
                      <a:pt x="25508" y="15130"/>
                    </a:cubicBezTo>
                    <a:cubicBezTo>
                      <a:pt x="25812" y="14267"/>
                      <a:pt x="26218" y="13439"/>
                      <a:pt x="26623" y="12644"/>
                    </a:cubicBezTo>
                    <a:cubicBezTo>
                      <a:pt x="26860" y="12155"/>
                      <a:pt x="27097" y="11647"/>
                      <a:pt x="27317" y="11157"/>
                    </a:cubicBezTo>
                    <a:cubicBezTo>
                      <a:pt x="28162" y="9213"/>
                      <a:pt x="28348" y="6745"/>
                      <a:pt x="27790" y="4530"/>
                    </a:cubicBezTo>
                    <a:cubicBezTo>
                      <a:pt x="27317" y="2637"/>
                      <a:pt x="26150" y="1082"/>
                      <a:pt x="24663" y="390"/>
                    </a:cubicBezTo>
                    <a:cubicBezTo>
                      <a:pt x="24105" y="135"/>
                      <a:pt x="23531" y="0"/>
                      <a:pt x="2299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7" name="Google Shape;1277;p71"/>
            <p:cNvGrpSpPr/>
            <p:nvPr/>
          </p:nvGrpSpPr>
          <p:grpSpPr>
            <a:xfrm rot="-6299960">
              <a:off x="981513" y="2079961"/>
              <a:ext cx="603326" cy="198124"/>
              <a:chOff x="6872640" y="3345236"/>
              <a:chExt cx="575161" cy="188875"/>
            </a:xfrm>
          </p:grpSpPr>
          <p:sp>
            <p:nvSpPr>
              <p:cNvPr id="1278" name="Google Shape;1278;p71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71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80" name="Google Shape;1280;p71"/>
            <p:cNvSpPr/>
            <p:nvPr/>
          </p:nvSpPr>
          <p:spPr>
            <a:xfrm>
              <a:off x="1794422" y="1623401"/>
              <a:ext cx="2605157" cy="2087702"/>
            </a:xfrm>
            <a:custGeom>
              <a:avLst/>
              <a:gdLst/>
              <a:ahLst/>
              <a:cxnLst/>
              <a:rect l="l" t="t" r="r" b="b"/>
              <a:pathLst>
                <a:path w="232154" h="209493" extrusionOk="0">
                  <a:moveTo>
                    <a:pt x="14702" y="0"/>
                  </a:moveTo>
                  <a:cubicBezTo>
                    <a:pt x="6580" y="0"/>
                    <a:pt x="0" y="6580"/>
                    <a:pt x="0" y="14702"/>
                  </a:cubicBezTo>
                  <a:lnTo>
                    <a:pt x="0" y="165069"/>
                  </a:lnTo>
                  <a:cubicBezTo>
                    <a:pt x="0" y="173189"/>
                    <a:pt x="6580" y="179769"/>
                    <a:pt x="14702" y="179769"/>
                  </a:cubicBezTo>
                  <a:lnTo>
                    <a:pt x="84962" y="179769"/>
                  </a:lnTo>
                  <a:lnTo>
                    <a:pt x="84962" y="203879"/>
                  </a:lnTo>
                  <a:lnTo>
                    <a:pt x="69202" y="203879"/>
                  </a:lnTo>
                  <a:cubicBezTo>
                    <a:pt x="67637" y="203879"/>
                    <a:pt x="66395" y="205146"/>
                    <a:pt x="66395" y="206686"/>
                  </a:cubicBezTo>
                  <a:cubicBezTo>
                    <a:pt x="66395" y="208251"/>
                    <a:pt x="67637" y="209493"/>
                    <a:pt x="69202" y="209493"/>
                  </a:cubicBezTo>
                  <a:lnTo>
                    <a:pt x="162952" y="209493"/>
                  </a:lnTo>
                  <a:cubicBezTo>
                    <a:pt x="164516" y="209493"/>
                    <a:pt x="165759" y="208251"/>
                    <a:pt x="165759" y="206686"/>
                  </a:cubicBezTo>
                  <a:cubicBezTo>
                    <a:pt x="165759" y="205146"/>
                    <a:pt x="164516" y="203879"/>
                    <a:pt x="162952" y="203879"/>
                  </a:cubicBezTo>
                  <a:lnTo>
                    <a:pt x="147192" y="203879"/>
                  </a:lnTo>
                  <a:lnTo>
                    <a:pt x="147192" y="179769"/>
                  </a:lnTo>
                  <a:lnTo>
                    <a:pt x="217452" y="179769"/>
                  </a:lnTo>
                  <a:cubicBezTo>
                    <a:pt x="225574" y="179769"/>
                    <a:pt x="232154" y="173189"/>
                    <a:pt x="232154" y="165069"/>
                  </a:cubicBezTo>
                  <a:lnTo>
                    <a:pt x="232154" y="14702"/>
                  </a:lnTo>
                  <a:cubicBezTo>
                    <a:pt x="232154" y="6580"/>
                    <a:pt x="225574" y="0"/>
                    <a:pt x="217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71"/>
            <p:cNvSpPr/>
            <p:nvPr/>
          </p:nvSpPr>
          <p:spPr>
            <a:xfrm>
              <a:off x="1913294" y="1729680"/>
              <a:ext cx="2366811" cy="1535902"/>
            </a:xfrm>
            <a:custGeom>
              <a:avLst/>
              <a:gdLst/>
              <a:ahLst/>
              <a:cxnLst/>
              <a:rect l="l" t="t" r="r" b="b"/>
              <a:pathLst>
                <a:path w="96483" h="62611" extrusionOk="0">
                  <a:moveTo>
                    <a:pt x="3310" y="1"/>
                  </a:moveTo>
                  <a:cubicBezTo>
                    <a:pt x="1484" y="1"/>
                    <a:pt x="0" y="1484"/>
                    <a:pt x="0" y="3310"/>
                  </a:cubicBezTo>
                  <a:lnTo>
                    <a:pt x="0" y="62610"/>
                  </a:lnTo>
                  <a:lnTo>
                    <a:pt x="96483" y="62610"/>
                  </a:lnTo>
                  <a:lnTo>
                    <a:pt x="96483" y="3310"/>
                  </a:lnTo>
                  <a:cubicBezTo>
                    <a:pt x="96483" y="1484"/>
                    <a:pt x="94999" y="1"/>
                    <a:pt x="931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9000"/>
                </a:schemeClr>
              </a:outerShdw>
              <a:reflection stA="10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71"/>
            <p:cNvSpPr/>
            <p:nvPr/>
          </p:nvSpPr>
          <p:spPr>
            <a:xfrm>
              <a:off x="2039828" y="1893748"/>
              <a:ext cx="2113751" cy="1278328"/>
            </a:xfrm>
            <a:custGeom>
              <a:avLst/>
              <a:gdLst/>
              <a:ahLst/>
              <a:cxnLst/>
              <a:rect l="l" t="t" r="r" b="b"/>
              <a:pathLst>
                <a:path w="86167" h="52111" extrusionOk="0">
                  <a:moveTo>
                    <a:pt x="1" y="1"/>
                  </a:moveTo>
                  <a:lnTo>
                    <a:pt x="1" y="52111"/>
                  </a:lnTo>
                  <a:lnTo>
                    <a:pt x="86166" y="52111"/>
                  </a:lnTo>
                  <a:lnTo>
                    <a:pt x="861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3" name="Google Shape;1283;p71"/>
            <p:cNvGrpSpPr/>
            <p:nvPr/>
          </p:nvGrpSpPr>
          <p:grpSpPr>
            <a:xfrm>
              <a:off x="3285722" y="1558914"/>
              <a:ext cx="775519" cy="540341"/>
              <a:chOff x="3476740" y="1534150"/>
              <a:chExt cx="739293" cy="515101"/>
            </a:xfrm>
          </p:grpSpPr>
          <p:sp>
            <p:nvSpPr>
              <p:cNvPr id="1284" name="Google Shape;1284;p71"/>
              <p:cNvSpPr/>
              <p:nvPr/>
            </p:nvSpPr>
            <p:spPr>
              <a:xfrm>
                <a:off x="3476740" y="1534150"/>
                <a:ext cx="739293" cy="515101"/>
              </a:xfrm>
              <a:custGeom>
                <a:avLst/>
                <a:gdLst/>
                <a:ahLst/>
                <a:cxnLst/>
                <a:rect l="l" t="t" r="r" b="b"/>
                <a:pathLst>
                  <a:path w="31614" h="22027" extrusionOk="0">
                    <a:moveTo>
                      <a:pt x="2123" y="0"/>
                    </a:moveTo>
                    <a:cubicBezTo>
                      <a:pt x="959" y="0"/>
                      <a:pt x="0" y="959"/>
                      <a:pt x="0" y="2146"/>
                    </a:cubicBezTo>
                    <a:lnTo>
                      <a:pt x="0" y="19881"/>
                    </a:lnTo>
                    <a:cubicBezTo>
                      <a:pt x="0" y="21068"/>
                      <a:pt x="959" y="22026"/>
                      <a:pt x="2123" y="22026"/>
                    </a:cubicBezTo>
                    <a:lnTo>
                      <a:pt x="29468" y="22026"/>
                    </a:lnTo>
                    <a:cubicBezTo>
                      <a:pt x="30654" y="22026"/>
                      <a:pt x="31613" y="21068"/>
                      <a:pt x="31613" y="19881"/>
                    </a:cubicBezTo>
                    <a:lnTo>
                      <a:pt x="31613" y="2146"/>
                    </a:lnTo>
                    <a:cubicBezTo>
                      <a:pt x="31613" y="959"/>
                      <a:pt x="30654" y="0"/>
                      <a:pt x="294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71"/>
              <p:cNvSpPr/>
              <p:nvPr/>
            </p:nvSpPr>
            <p:spPr>
              <a:xfrm>
                <a:off x="3596827" y="1627015"/>
                <a:ext cx="99316" cy="99316"/>
              </a:xfrm>
              <a:custGeom>
                <a:avLst/>
                <a:gdLst/>
                <a:ahLst/>
                <a:cxnLst/>
                <a:rect l="l" t="t" r="r" b="b"/>
                <a:pathLst>
                  <a:path w="4247" h="4247" extrusionOk="0">
                    <a:moveTo>
                      <a:pt x="2123" y="1"/>
                    </a:moveTo>
                    <a:cubicBezTo>
                      <a:pt x="959" y="1"/>
                      <a:pt x="1" y="936"/>
                      <a:pt x="1" y="2123"/>
                    </a:cubicBezTo>
                    <a:cubicBezTo>
                      <a:pt x="1" y="3287"/>
                      <a:pt x="959" y="4246"/>
                      <a:pt x="2123" y="4246"/>
                    </a:cubicBezTo>
                    <a:cubicBezTo>
                      <a:pt x="3310" y="4246"/>
                      <a:pt x="4246" y="3287"/>
                      <a:pt x="4246" y="2123"/>
                    </a:cubicBezTo>
                    <a:cubicBezTo>
                      <a:pt x="4246" y="936"/>
                      <a:pt x="3310" y="1"/>
                      <a:pt x="212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71"/>
              <p:cNvSpPr/>
              <p:nvPr/>
            </p:nvSpPr>
            <p:spPr>
              <a:xfrm>
                <a:off x="3744695" y="1651570"/>
                <a:ext cx="281859" cy="50208"/>
              </a:xfrm>
              <a:custGeom>
                <a:avLst/>
                <a:gdLst/>
                <a:ahLst/>
                <a:cxnLst/>
                <a:rect l="l" t="t" r="r" b="b"/>
                <a:pathLst>
                  <a:path w="12053" h="2147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3"/>
                    </a:cubicBezTo>
                    <a:cubicBezTo>
                      <a:pt x="0" y="1667"/>
                      <a:pt x="480" y="2146"/>
                      <a:pt x="1073" y="2146"/>
                    </a:cubicBezTo>
                    <a:lnTo>
                      <a:pt x="10979" y="2146"/>
                    </a:lnTo>
                    <a:cubicBezTo>
                      <a:pt x="11573" y="2146"/>
                      <a:pt x="12052" y="1667"/>
                      <a:pt x="12052" y="1073"/>
                    </a:cubicBezTo>
                    <a:cubicBezTo>
                      <a:pt x="12052" y="480"/>
                      <a:pt x="11573" y="1"/>
                      <a:pt x="1097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71"/>
              <p:cNvSpPr/>
              <p:nvPr/>
            </p:nvSpPr>
            <p:spPr>
              <a:xfrm>
                <a:off x="3609642" y="1811179"/>
                <a:ext cx="485753" cy="13353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571" extrusionOk="0">
                    <a:moveTo>
                      <a:pt x="1" y="0"/>
                    </a:moveTo>
                    <a:lnTo>
                      <a:pt x="1" y="571"/>
                    </a:lnTo>
                    <a:lnTo>
                      <a:pt x="20772" y="571"/>
                    </a:lnTo>
                    <a:lnTo>
                      <a:pt x="207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71"/>
              <p:cNvSpPr/>
              <p:nvPr/>
            </p:nvSpPr>
            <p:spPr>
              <a:xfrm>
                <a:off x="3609642" y="1865621"/>
                <a:ext cx="485753" cy="12838"/>
              </a:xfrm>
              <a:custGeom>
                <a:avLst/>
                <a:gdLst/>
                <a:ahLst/>
                <a:cxnLst/>
                <a:rect l="l" t="t" r="r" b="b"/>
                <a:pathLst>
                  <a:path w="2077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0772" y="548"/>
                    </a:lnTo>
                    <a:lnTo>
                      <a:pt x="2077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71"/>
              <p:cNvSpPr/>
              <p:nvPr/>
            </p:nvSpPr>
            <p:spPr>
              <a:xfrm>
                <a:off x="3609642" y="1919525"/>
                <a:ext cx="319743" cy="12838"/>
              </a:xfrm>
              <a:custGeom>
                <a:avLst/>
                <a:gdLst/>
                <a:ahLst/>
                <a:cxnLst/>
                <a:rect l="l" t="t" r="r" b="b"/>
                <a:pathLst>
                  <a:path w="13673" h="549" extrusionOk="0">
                    <a:moveTo>
                      <a:pt x="1" y="1"/>
                    </a:moveTo>
                    <a:lnTo>
                      <a:pt x="1" y="549"/>
                    </a:lnTo>
                    <a:lnTo>
                      <a:pt x="13673" y="549"/>
                    </a:lnTo>
                    <a:lnTo>
                      <a:pt x="1367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1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0" name="Google Shape;1290;p71"/>
            <p:cNvGrpSpPr/>
            <p:nvPr/>
          </p:nvGrpSpPr>
          <p:grpSpPr>
            <a:xfrm>
              <a:off x="4124359" y="2212687"/>
              <a:ext cx="350894" cy="350184"/>
              <a:chOff x="4276204" y="2157384"/>
              <a:chExt cx="334503" cy="333827"/>
            </a:xfrm>
          </p:grpSpPr>
          <p:sp>
            <p:nvSpPr>
              <p:cNvPr id="1291" name="Google Shape;1291;p71"/>
              <p:cNvSpPr/>
              <p:nvPr/>
            </p:nvSpPr>
            <p:spPr>
              <a:xfrm>
                <a:off x="4276204" y="2157384"/>
                <a:ext cx="334503" cy="333827"/>
              </a:xfrm>
              <a:custGeom>
                <a:avLst/>
                <a:gdLst/>
                <a:ahLst/>
                <a:cxnLst/>
                <a:rect l="l" t="t" r="r" b="b"/>
                <a:pathLst>
                  <a:path w="11368" h="11345" extrusionOk="0">
                    <a:moveTo>
                      <a:pt x="5684" y="1"/>
                    </a:moveTo>
                    <a:cubicBezTo>
                      <a:pt x="2534" y="1"/>
                      <a:pt x="1" y="2534"/>
                      <a:pt x="1" y="5661"/>
                    </a:cubicBezTo>
                    <a:cubicBezTo>
                      <a:pt x="1" y="8811"/>
                      <a:pt x="2534" y="11345"/>
                      <a:pt x="5684" y="11345"/>
                    </a:cubicBezTo>
                    <a:cubicBezTo>
                      <a:pt x="8811" y="11345"/>
                      <a:pt x="11368" y="8811"/>
                      <a:pt x="11368" y="5661"/>
                    </a:cubicBezTo>
                    <a:cubicBezTo>
                      <a:pt x="11368" y="2534"/>
                      <a:pt x="8811" y="1"/>
                      <a:pt x="56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0000"/>
                  </a:schemeClr>
                </a:outerShdw>
                <a:reflection stA="9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71"/>
              <p:cNvSpPr/>
              <p:nvPr/>
            </p:nvSpPr>
            <p:spPr>
              <a:xfrm>
                <a:off x="4352093" y="2253346"/>
                <a:ext cx="182729" cy="141828"/>
              </a:xfrm>
              <a:custGeom>
                <a:avLst/>
                <a:gdLst/>
                <a:ahLst/>
                <a:cxnLst/>
                <a:rect l="l" t="t" r="r" b="b"/>
                <a:pathLst>
                  <a:path w="6210" h="4820" extrusionOk="0">
                    <a:moveTo>
                      <a:pt x="5393" y="0"/>
                    </a:moveTo>
                    <a:cubicBezTo>
                      <a:pt x="5187" y="0"/>
                      <a:pt x="4981" y="88"/>
                      <a:pt x="4840" y="255"/>
                    </a:cubicBezTo>
                    <a:lnTo>
                      <a:pt x="2603" y="3062"/>
                    </a:lnTo>
                    <a:lnTo>
                      <a:pt x="1279" y="1875"/>
                    </a:lnTo>
                    <a:cubicBezTo>
                      <a:pt x="1140" y="1747"/>
                      <a:pt x="965" y="1683"/>
                      <a:pt x="790" y="1683"/>
                    </a:cubicBezTo>
                    <a:cubicBezTo>
                      <a:pt x="594" y="1683"/>
                      <a:pt x="397" y="1764"/>
                      <a:pt x="252" y="1921"/>
                    </a:cubicBezTo>
                    <a:cubicBezTo>
                      <a:pt x="1" y="2218"/>
                      <a:pt x="24" y="2674"/>
                      <a:pt x="321" y="2948"/>
                    </a:cubicBezTo>
                    <a:lnTo>
                      <a:pt x="2192" y="4637"/>
                    </a:lnTo>
                    <a:cubicBezTo>
                      <a:pt x="2329" y="4751"/>
                      <a:pt x="2489" y="4820"/>
                      <a:pt x="2672" y="4820"/>
                    </a:cubicBezTo>
                    <a:lnTo>
                      <a:pt x="2740" y="4820"/>
                    </a:lnTo>
                    <a:cubicBezTo>
                      <a:pt x="2923" y="4820"/>
                      <a:pt x="3128" y="4706"/>
                      <a:pt x="3242" y="4569"/>
                    </a:cubicBezTo>
                    <a:lnTo>
                      <a:pt x="5958" y="1168"/>
                    </a:lnTo>
                    <a:cubicBezTo>
                      <a:pt x="6209" y="871"/>
                      <a:pt x="6164" y="414"/>
                      <a:pt x="5844" y="163"/>
                    </a:cubicBezTo>
                    <a:cubicBezTo>
                      <a:pt x="5714" y="53"/>
                      <a:pt x="5554" y="0"/>
                      <a:pt x="53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0000"/>
                  </a:schemeClr>
                </a:outerShdw>
                <a:reflection stA="9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3" name="Google Shape;1293;p71"/>
            <p:cNvGrpSpPr/>
            <p:nvPr/>
          </p:nvGrpSpPr>
          <p:grpSpPr>
            <a:xfrm>
              <a:off x="2158724" y="2195513"/>
              <a:ext cx="1859229" cy="976549"/>
              <a:chOff x="3659925" y="3369125"/>
              <a:chExt cx="1891550" cy="993525"/>
            </a:xfrm>
          </p:grpSpPr>
          <p:sp>
            <p:nvSpPr>
              <p:cNvPr id="1294" name="Google Shape;1294;p71"/>
              <p:cNvSpPr/>
              <p:nvPr/>
            </p:nvSpPr>
            <p:spPr>
              <a:xfrm>
                <a:off x="3659925" y="3422775"/>
                <a:ext cx="1891550" cy="939875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71"/>
              <p:cNvSpPr/>
              <p:nvPr/>
            </p:nvSpPr>
            <p:spPr>
              <a:xfrm>
                <a:off x="4641575" y="3369125"/>
                <a:ext cx="289100" cy="289075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5000" endPos="18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6" name="Google Shape;1296;p71"/>
            <p:cNvGrpSpPr/>
            <p:nvPr/>
          </p:nvGrpSpPr>
          <p:grpSpPr>
            <a:xfrm>
              <a:off x="1550178" y="2904087"/>
              <a:ext cx="903418" cy="742602"/>
              <a:chOff x="1465700" y="3424425"/>
              <a:chExt cx="983800" cy="808675"/>
            </a:xfrm>
          </p:grpSpPr>
          <p:sp>
            <p:nvSpPr>
              <p:cNvPr id="1297" name="Google Shape;1297;p71"/>
              <p:cNvSpPr/>
              <p:nvPr/>
            </p:nvSpPr>
            <p:spPr>
              <a:xfrm>
                <a:off x="1494225" y="3424425"/>
                <a:ext cx="911325" cy="737850"/>
              </a:xfrm>
              <a:custGeom>
                <a:avLst/>
                <a:gdLst/>
                <a:ahLst/>
                <a:cxnLst/>
                <a:rect l="l" t="t" r="r" b="b"/>
                <a:pathLst>
                  <a:path w="36453" h="29514" extrusionOk="0">
                    <a:moveTo>
                      <a:pt x="1599" y="0"/>
                    </a:moveTo>
                    <a:cubicBezTo>
                      <a:pt x="708" y="0"/>
                      <a:pt x="1" y="730"/>
                      <a:pt x="1" y="1598"/>
                    </a:cubicBezTo>
                    <a:lnTo>
                      <a:pt x="1" y="6505"/>
                    </a:lnTo>
                    <a:lnTo>
                      <a:pt x="1" y="26135"/>
                    </a:lnTo>
                    <a:cubicBezTo>
                      <a:pt x="1" y="27984"/>
                      <a:pt x="1507" y="29513"/>
                      <a:pt x="3379" y="29513"/>
                    </a:cubicBezTo>
                    <a:lnTo>
                      <a:pt x="33075" y="29513"/>
                    </a:lnTo>
                    <a:cubicBezTo>
                      <a:pt x="34946" y="29513"/>
                      <a:pt x="36453" y="27984"/>
                      <a:pt x="36453" y="26135"/>
                    </a:cubicBezTo>
                    <a:lnTo>
                      <a:pt x="36453" y="6505"/>
                    </a:lnTo>
                    <a:cubicBezTo>
                      <a:pt x="36453" y="4656"/>
                      <a:pt x="34946" y="3150"/>
                      <a:pt x="33075" y="3150"/>
                    </a:cubicBezTo>
                    <a:lnTo>
                      <a:pt x="14381" y="3150"/>
                    </a:lnTo>
                    <a:lnTo>
                      <a:pt x="14107" y="2374"/>
                    </a:lnTo>
                    <a:cubicBezTo>
                      <a:pt x="13582" y="936"/>
                      <a:pt x="12212" y="0"/>
                      <a:pt x="107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0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71"/>
              <p:cNvSpPr/>
              <p:nvPr/>
            </p:nvSpPr>
            <p:spPr>
              <a:xfrm>
                <a:off x="1568425" y="3581400"/>
                <a:ext cx="762950" cy="640275"/>
              </a:xfrm>
              <a:custGeom>
                <a:avLst/>
                <a:gdLst/>
                <a:ahLst/>
                <a:cxnLst/>
                <a:rect l="l" t="t" r="r" b="b"/>
                <a:pathLst>
                  <a:path w="30518" h="25611" extrusionOk="0">
                    <a:moveTo>
                      <a:pt x="0" y="1"/>
                    </a:moveTo>
                    <a:lnTo>
                      <a:pt x="0" y="25611"/>
                    </a:lnTo>
                    <a:lnTo>
                      <a:pt x="30517" y="25611"/>
                    </a:lnTo>
                    <a:lnTo>
                      <a:pt x="3051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0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71"/>
              <p:cNvSpPr/>
              <p:nvPr/>
            </p:nvSpPr>
            <p:spPr>
              <a:xfrm>
                <a:off x="1465700" y="3645325"/>
                <a:ext cx="983800" cy="587775"/>
              </a:xfrm>
              <a:custGeom>
                <a:avLst/>
                <a:gdLst/>
                <a:ahLst/>
                <a:cxnLst/>
                <a:rect l="l" t="t" r="r" b="b"/>
                <a:pathLst>
                  <a:path w="39352" h="23511" extrusionOk="0">
                    <a:moveTo>
                      <a:pt x="27802" y="0"/>
                    </a:moveTo>
                    <a:cubicBezTo>
                      <a:pt x="26158" y="0"/>
                      <a:pt x="24697" y="1027"/>
                      <a:pt x="24127" y="2557"/>
                    </a:cubicBezTo>
                    <a:lnTo>
                      <a:pt x="23830" y="3401"/>
                    </a:lnTo>
                    <a:lnTo>
                      <a:pt x="3653" y="3401"/>
                    </a:lnTo>
                    <a:cubicBezTo>
                      <a:pt x="1621" y="3401"/>
                      <a:pt x="1" y="5022"/>
                      <a:pt x="1" y="7030"/>
                    </a:cubicBezTo>
                    <a:lnTo>
                      <a:pt x="1" y="19881"/>
                    </a:lnTo>
                    <a:cubicBezTo>
                      <a:pt x="1" y="21890"/>
                      <a:pt x="1621" y="23510"/>
                      <a:pt x="3653" y="23510"/>
                    </a:cubicBezTo>
                    <a:lnTo>
                      <a:pt x="35699" y="23510"/>
                    </a:lnTo>
                    <a:cubicBezTo>
                      <a:pt x="37708" y="23510"/>
                      <a:pt x="39351" y="21890"/>
                      <a:pt x="39351" y="19881"/>
                    </a:cubicBezTo>
                    <a:lnTo>
                      <a:pt x="39351" y="7030"/>
                    </a:lnTo>
                    <a:lnTo>
                      <a:pt x="39351" y="1735"/>
                    </a:lnTo>
                    <a:cubicBezTo>
                      <a:pt x="39351" y="776"/>
                      <a:pt x="38575" y="0"/>
                      <a:pt x="37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0000"/>
                  </a:schemeClr>
                </a:outerShdw>
                <a:reflection stA="10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" name="Google Shape;1300;p71"/>
            <p:cNvGrpSpPr/>
            <p:nvPr/>
          </p:nvGrpSpPr>
          <p:grpSpPr>
            <a:xfrm rot="5400000">
              <a:off x="4337310" y="2069468"/>
              <a:ext cx="603344" cy="198130"/>
              <a:chOff x="6872640" y="3345236"/>
              <a:chExt cx="575161" cy="188875"/>
            </a:xfrm>
          </p:grpSpPr>
          <p:sp>
            <p:nvSpPr>
              <p:cNvPr id="1301" name="Google Shape;1301;p71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71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03" name="Google Shape;1303;p71"/>
            <p:cNvSpPr/>
            <p:nvPr/>
          </p:nvSpPr>
          <p:spPr>
            <a:xfrm>
              <a:off x="3912779" y="3288654"/>
              <a:ext cx="546000" cy="3804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954;p83">
            <a:extLst>
              <a:ext uri="{FF2B5EF4-FFF2-40B4-BE49-F238E27FC236}">
                <a16:creationId xmlns:a16="http://schemas.microsoft.com/office/drawing/2014/main" id="{A14F5945-38C6-EBA5-9B6A-4F1F1F2C2163}"/>
              </a:ext>
            </a:extLst>
          </p:cNvPr>
          <p:cNvSpPr/>
          <p:nvPr/>
        </p:nvSpPr>
        <p:spPr>
          <a:xfrm>
            <a:off x="5337207" y="3362889"/>
            <a:ext cx="2654267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built for large organization</a:t>
            </a:r>
            <a:endParaRPr dirty="0"/>
          </a:p>
        </p:txBody>
      </p:sp>
      <p:sp>
        <p:nvSpPr>
          <p:cNvPr id="3" name="Google Shape;1954;p83">
            <a:extLst>
              <a:ext uri="{FF2B5EF4-FFF2-40B4-BE49-F238E27FC236}">
                <a16:creationId xmlns:a16="http://schemas.microsoft.com/office/drawing/2014/main" id="{52875D88-2673-11B8-5492-233D1F0AD512}"/>
              </a:ext>
            </a:extLst>
          </p:cNvPr>
          <p:cNvSpPr/>
          <p:nvPr/>
        </p:nvSpPr>
        <p:spPr>
          <a:xfrm>
            <a:off x="5337208" y="2468289"/>
            <a:ext cx="2654266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Controlled use only</a:t>
            </a:r>
            <a:endParaRPr dirty="0"/>
          </a:p>
        </p:txBody>
      </p:sp>
      <p:sp>
        <p:nvSpPr>
          <p:cNvPr id="4" name="Google Shape;1954;p83">
            <a:extLst>
              <a:ext uri="{FF2B5EF4-FFF2-40B4-BE49-F238E27FC236}">
                <a16:creationId xmlns:a16="http://schemas.microsoft.com/office/drawing/2014/main" id="{D5888B0F-3A7E-3A18-8D59-A29AB4883812}"/>
              </a:ext>
            </a:extLst>
          </p:cNvPr>
          <p:cNvSpPr/>
          <p:nvPr/>
        </p:nvSpPr>
        <p:spPr>
          <a:xfrm>
            <a:off x="5338090" y="1573689"/>
            <a:ext cx="2653384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Not secure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Google Shape;2951;p101"/>
          <p:cNvSpPr txBox="1">
            <a:spLocks noGrp="1"/>
          </p:cNvSpPr>
          <p:nvPr>
            <p:ph type="title"/>
          </p:nvPr>
        </p:nvSpPr>
        <p:spPr>
          <a:xfrm flipH="1">
            <a:off x="3786150" y="528321"/>
            <a:ext cx="466697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2400" dirty="0"/>
              <a:t>Non Functional</a:t>
            </a:r>
            <a:br>
              <a:rPr lang="en" sz="2400" dirty="0"/>
            </a:br>
            <a:r>
              <a:rPr lang="en" sz="2400" dirty="0"/>
              <a:t>Recquirements </a:t>
            </a:r>
            <a:endParaRPr dirty="0"/>
          </a:p>
        </p:txBody>
      </p:sp>
      <p:grpSp>
        <p:nvGrpSpPr>
          <p:cNvPr id="2954" name="Google Shape;2954;p101"/>
          <p:cNvGrpSpPr/>
          <p:nvPr/>
        </p:nvGrpSpPr>
        <p:grpSpPr>
          <a:xfrm>
            <a:off x="3671699" y="2588674"/>
            <a:ext cx="825589" cy="93999"/>
            <a:chOff x="5718423" y="809024"/>
            <a:chExt cx="830071" cy="94500"/>
          </a:xfrm>
        </p:grpSpPr>
        <p:sp>
          <p:nvSpPr>
            <p:cNvPr id="2955" name="Google Shape;2955;p10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0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0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9" name="Google Shape;2959;p101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0" name="Google Shape;2960;p101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101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2" name="Google Shape;2962;p101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3" name="Google Shape;2963;p101"/>
          <p:cNvGrpSpPr/>
          <p:nvPr/>
        </p:nvGrpSpPr>
        <p:grpSpPr>
          <a:xfrm>
            <a:off x="1048050" y="1580422"/>
            <a:ext cx="2377550" cy="2103478"/>
            <a:chOff x="1048050" y="1580422"/>
            <a:chExt cx="2377550" cy="2103478"/>
          </a:xfrm>
        </p:grpSpPr>
        <p:sp>
          <p:nvSpPr>
            <p:cNvPr id="2964" name="Google Shape;2964;p101"/>
            <p:cNvSpPr/>
            <p:nvPr/>
          </p:nvSpPr>
          <p:spPr>
            <a:xfrm>
              <a:off x="1936525" y="3130950"/>
              <a:ext cx="368650" cy="424575"/>
            </a:xfrm>
            <a:custGeom>
              <a:avLst/>
              <a:gdLst/>
              <a:ahLst/>
              <a:cxnLst/>
              <a:rect l="l" t="t" r="r" b="b"/>
              <a:pathLst>
                <a:path w="14746" h="16983" extrusionOk="0">
                  <a:moveTo>
                    <a:pt x="14746" y="16982"/>
                  </a:moveTo>
                  <a:lnTo>
                    <a:pt x="0" y="16982"/>
                  </a:lnTo>
                  <a:lnTo>
                    <a:pt x="0" y="0"/>
                  </a:lnTo>
                  <a:lnTo>
                    <a:pt x="147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01"/>
            <p:cNvSpPr/>
            <p:nvPr/>
          </p:nvSpPr>
          <p:spPr>
            <a:xfrm>
              <a:off x="1675175" y="3541225"/>
              <a:ext cx="891350" cy="142675"/>
            </a:xfrm>
            <a:custGeom>
              <a:avLst/>
              <a:gdLst/>
              <a:ahLst/>
              <a:cxnLst/>
              <a:rect l="l" t="t" r="r" b="b"/>
              <a:pathLst>
                <a:path w="35654" h="5707" extrusionOk="0">
                  <a:moveTo>
                    <a:pt x="0" y="5707"/>
                  </a:moveTo>
                  <a:lnTo>
                    <a:pt x="0" y="5707"/>
                  </a:lnTo>
                  <a:cubicBezTo>
                    <a:pt x="0" y="2580"/>
                    <a:pt x="2580" y="0"/>
                    <a:pt x="5707" y="0"/>
                  </a:cubicBezTo>
                  <a:lnTo>
                    <a:pt x="29947" y="0"/>
                  </a:lnTo>
                  <a:cubicBezTo>
                    <a:pt x="33074" y="0"/>
                    <a:pt x="35654" y="2580"/>
                    <a:pt x="35654" y="5707"/>
                  </a:cubicBezTo>
                  <a:lnTo>
                    <a:pt x="35654" y="570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01"/>
            <p:cNvSpPr/>
            <p:nvPr/>
          </p:nvSpPr>
          <p:spPr>
            <a:xfrm>
              <a:off x="1048050" y="1839600"/>
              <a:ext cx="2145600" cy="1208050"/>
            </a:xfrm>
            <a:custGeom>
              <a:avLst/>
              <a:gdLst/>
              <a:ahLst/>
              <a:cxnLst/>
              <a:rect l="l" t="t" r="r" b="b"/>
              <a:pathLst>
                <a:path w="85824" h="48322" extrusionOk="0">
                  <a:moveTo>
                    <a:pt x="85824" y="48322"/>
                  </a:moveTo>
                  <a:lnTo>
                    <a:pt x="0" y="48322"/>
                  </a:lnTo>
                  <a:lnTo>
                    <a:pt x="0" y="5912"/>
                  </a:lnTo>
                  <a:cubicBezTo>
                    <a:pt x="0" y="2671"/>
                    <a:pt x="2648" y="1"/>
                    <a:pt x="5912" y="1"/>
                  </a:cubicBezTo>
                  <a:lnTo>
                    <a:pt x="79912" y="1"/>
                  </a:lnTo>
                  <a:cubicBezTo>
                    <a:pt x="83176" y="1"/>
                    <a:pt x="85824" y="2671"/>
                    <a:pt x="85824" y="59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01"/>
            <p:cNvSpPr/>
            <p:nvPr/>
          </p:nvSpPr>
          <p:spPr>
            <a:xfrm>
              <a:off x="1049750" y="3047050"/>
              <a:ext cx="2143900" cy="195175"/>
            </a:xfrm>
            <a:custGeom>
              <a:avLst/>
              <a:gdLst/>
              <a:ahLst/>
              <a:cxnLst/>
              <a:rect l="l" t="t" r="r" b="b"/>
              <a:pathLst>
                <a:path w="85756" h="7807" extrusionOk="0">
                  <a:moveTo>
                    <a:pt x="79524" y="7807"/>
                  </a:moveTo>
                  <a:lnTo>
                    <a:pt x="5958" y="7807"/>
                  </a:lnTo>
                  <a:cubicBezTo>
                    <a:pt x="2671" y="7807"/>
                    <a:pt x="1" y="5136"/>
                    <a:pt x="1" y="1850"/>
                  </a:cubicBezTo>
                  <a:lnTo>
                    <a:pt x="1" y="1"/>
                  </a:lnTo>
                  <a:lnTo>
                    <a:pt x="85756" y="1"/>
                  </a:lnTo>
                  <a:lnTo>
                    <a:pt x="85756" y="1553"/>
                  </a:lnTo>
                  <a:cubicBezTo>
                    <a:pt x="85756" y="4999"/>
                    <a:pt x="82971" y="7807"/>
                    <a:pt x="79524" y="7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01"/>
            <p:cNvSpPr/>
            <p:nvPr/>
          </p:nvSpPr>
          <p:spPr>
            <a:xfrm>
              <a:off x="2059200" y="3081875"/>
              <a:ext cx="125575" cy="125550"/>
            </a:xfrm>
            <a:custGeom>
              <a:avLst/>
              <a:gdLst/>
              <a:ahLst/>
              <a:cxnLst/>
              <a:rect l="l" t="t" r="r" b="b"/>
              <a:pathLst>
                <a:path w="5023" h="5022" extrusionOk="0">
                  <a:moveTo>
                    <a:pt x="5022" y="2511"/>
                  </a:moveTo>
                  <a:cubicBezTo>
                    <a:pt x="5022" y="3903"/>
                    <a:pt x="3881" y="5022"/>
                    <a:pt x="2512" y="5022"/>
                  </a:cubicBezTo>
                  <a:cubicBezTo>
                    <a:pt x="1119" y="5022"/>
                    <a:pt x="1" y="3903"/>
                    <a:pt x="1" y="2511"/>
                  </a:cubicBezTo>
                  <a:cubicBezTo>
                    <a:pt x="1" y="1119"/>
                    <a:pt x="1119" y="0"/>
                    <a:pt x="2512" y="0"/>
                  </a:cubicBezTo>
                  <a:cubicBezTo>
                    <a:pt x="3881" y="0"/>
                    <a:pt x="5022" y="1119"/>
                    <a:pt x="5022" y="251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01"/>
            <p:cNvSpPr/>
            <p:nvPr/>
          </p:nvSpPr>
          <p:spPr>
            <a:xfrm>
              <a:off x="2076325" y="3099550"/>
              <a:ext cx="90750" cy="90200"/>
            </a:xfrm>
            <a:custGeom>
              <a:avLst/>
              <a:gdLst/>
              <a:ahLst/>
              <a:cxnLst/>
              <a:rect l="l" t="t" r="r" b="b"/>
              <a:pathLst>
                <a:path w="3630" h="3608" extrusionOk="0">
                  <a:moveTo>
                    <a:pt x="3630" y="1804"/>
                  </a:moveTo>
                  <a:cubicBezTo>
                    <a:pt x="3630" y="2808"/>
                    <a:pt x="2831" y="3607"/>
                    <a:pt x="1827" y="3607"/>
                  </a:cubicBezTo>
                  <a:cubicBezTo>
                    <a:pt x="822" y="3607"/>
                    <a:pt x="1" y="2808"/>
                    <a:pt x="1" y="1804"/>
                  </a:cubicBezTo>
                  <a:cubicBezTo>
                    <a:pt x="1" y="800"/>
                    <a:pt x="822" y="1"/>
                    <a:pt x="1827" y="1"/>
                  </a:cubicBezTo>
                  <a:cubicBezTo>
                    <a:pt x="2831" y="1"/>
                    <a:pt x="3630" y="800"/>
                    <a:pt x="3630" y="18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01"/>
            <p:cNvSpPr/>
            <p:nvPr/>
          </p:nvSpPr>
          <p:spPr>
            <a:xfrm>
              <a:off x="1125075" y="1923475"/>
              <a:ext cx="1989250" cy="1123600"/>
            </a:xfrm>
            <a:custGeom>
              <a:avLst/>
              <a:gdLst/>
              <a:ahLst/>
              <a:cxnLst/>
              <a:rect l="l" t="t" r="r" b="b"/>
              <a:pathLst>
                <a:path w="79570" h="44944" extrusionOk="0">
                  <a:moveTo>
                    <a:pt x="79570" y="44944"/>
                  </a:moveTo>
                  <a:lnTo>
                    <a:pt x="1" y="44944"/>
                  </a:lnTo>
                  <a:lnTo>
                    <a:pt x="1" y="3721"/>
                  </a:lnTo>
                  <a:cubicBezTo>
                    <a:pt x="1" y="1667"/>
                    <a:pt x="1690" y="1"/>
                    <a:pt x="3744" y="1"/>
                  </a:cubicBezTo>
                  <a:lnTo>
                    <a:pt x="75827" y="1"/>
                  </a:lnTo>
                  <a:cubicBezTo>
                    <a:pt x="77881" y="1"/>
                    <a:pt x="79570" y="1667"/>
                    <a:pt x="79570" y="3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01"/>
            <p:cNvSpPr/>
            <p:nvPr/>
          </p:nvSpPr>
          <p:spPr>
            <a:xfrm>
              <a:off x="1125075" y="1923475"/>
              <a:ext cx="1989250" cy="1123600"/>
            </a:xfrm>
            <a:custGeom>
              <a:avLst/>
              <a:gdLst/>
              <a:ahLst/>
              <a:cxnLst/>
              <a:rect l="l" t="t" r="r" b="b"/>
              <a:pathLst>
                <a:path w="79570" h="44944" extrusionOk="0">
                  <a:moveTo>
                    <a:pt x="79570" y="44944"/>
                  </a:moveTo>
                  <a:lnTo>
                    <a:pt x="1" y="44944"/>
                  </a:lnTo>
                  <a:lnTo>
                    <a:pt x="1" y="3721"/>
                  </a:lnTo>
                  <a:cubicBezTo>
                    <a:pt x="1" y="1667"/>
                    <a:pt x="1690" y="1"/>
                    <a:pt x="3744" y="1"/>
                  </a:cubicBezTo>
                  <a:lnTo>
                    <a:pt x="75827" y="1"/>
                  </a:lnTo>
                  <a:cubicBezTo>
                    <a:pt x="77881" y="1"/>
                    <a:pt x="79570" y="1667"/>
                    <a:pt x="79570" y="37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01"/>
            <p:cNvSpPr/>
            <p:nvPr/>
          </p:nvSpPr>
          <p:spPr>
            <a:xfrm>
              <a:off x="1193550" y="2675575"/>
              <a:ext cx="1019750" cy="308725"/>
            </a:xfrm>
            <a:custGeom>
              <a:avLst/>
              <a:gdLst/>
              <a:ahLst/>
              <a:cxnLst/>
              <a:rect l="l" t="t" r="r" b="b"/>
              <a:pathLst>
                <a:path w="40790" h="12349" extrusionOk="0">
                  <a:moveTo>
                    <a:pt x="39260" y="12349"/>
                  </a:moveTo>
                  <a:lnTo>
                    <a:pt x="1530" y="12349"/>
                  </a:lnTo>
                  <a:cubicBezTo>
                    <a:pt x="686" y="12349"/>
                    <a:pt x="1" y="11664"/>
                    <a:pt x="1" y="10843"/>
                  </a:cubicBezTo>
                  <a:lnTo>
                    <a:pt x="1" y="1530"/>
                  </a:lnTo>
                  <a:cubicBezTo>
                    <a:pt x="1" y="685"/>
                    <a:pt x="686" y="1"/>
                    <a:pt x="1530" y="1"/>
                  </a:cubicBezTo>
                  <a:lnTo>
                    <a:pt x="39260" y="1"/>
                  </a:lnTo>
                  <a:cubicBezTo>
                    <a:pt x="40105" y="1"/>
                    <a:pt x="40790" y="685"/>
                    <a:pt x="40790" y="1530"/>
                  </a:cubicBezTo>
                  <a:lnTo>
                    <a:pt x="40790" y="10843"/>
                  </a:lnTo>
                  <a:cubicBezTo>
                    <a:pt x="40790" y="11664"/>
                    <a:pt x="40105" y="12349"/>
                    <a:pt x="39260" y="123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01"/>
            <p:cNvSpPr/>
            <p:nvPr/>
          </p:nvSpPr>
          <p:spPr>
            <a:xfrm>
              <a:off x="1193550" y="1995375"/>
              <a:ext cx="1019750" cy="628300"/>
            </a:xfrm>
            <a:custGeom>
              <a:avLst/>
              <a:gdLst/>
              <a:ahLst/>
              <a:cxnLst/>
              <a:rect l="l" t="t" r="r" b="b"/>
              <a:pathLst>
                <a:path w="40790" h="25132" extrusionOk="0">
                  <a:moveTo>
                    <a:pt x="39260" y="25131"/>
                  </a:moveTo>
                  <a:lnTo>
                    <a:pt x="1530" y="25131"/>
                  </a:lnTo>
                  <a:cubicBezTo>
                    <a:pt x="686" y="25131"/>
                    <a:pt x="1" y="24447"/>
                    <a:pt x="1" y="23602"/>
                  </a:cubicBezTo>
                  <a:lnTo>
                    <a:pt x="1" y="1530"/>
                  </a:lnTo>
                  <a:cubicBezTo>
                    <a:pt x="1" y="686"/>
                    <a:pt x="686" y="1"/>
                    <a:pt x="1530" y="1"/>
                  </a:cubicBezTo>
                  <a:lnTo>
                    <a:pt x="39260" y="1"/>
                  </a:lnTo>
                  <a:cubicBezTo>
                    <a:pt x="40105" y="1"/>
                    <a:pt x="40790" y="686"/>
                    <a:pt x="40790" y="1530"/>
                  </a:cubicBezTo>
                  <a:lnTo>
                    <a:pt x="40790" y="23602"/>
                  </a:lnTo>
                  <a:cubicBezTo>
                    <a:pt x="40790" y="24447"/>
                    <a:pt x="40105" y="25131"/>
                    <a:pt x="39260" y="251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01"/>
            <p:cNvSpPr/>
            <p:nvPr/>
          </p:nvSpPr>
          <p:spPr>
            <a:xfrm>
              <a:off x="2281750" y="1995375"/>
              <a:ext cx="761825" cy="988925"/>
            </a:xfrm>
            <a:custGeom>
              <a:avLst/>
              <a:gdLst/>
              <a:ahLst/>
              <a:cxnLst/>
              <a:rect l="l" t="t" r="r" b="b"/>
              <a:pathLst>
                <a:path w="30473" h="39557" extrusionOk="0">
                  <a:moveTo>
                    <a:pt x="28966" y="39557"/>
                  </a:moveTo>
                  <a:lnTo>
                    <a:pt x="1530" y="39557"/>
                  </a:lnTo>
                  <a:cubicBezTo>
                    <a:pt x="686" y="39557"/>
                    <a:pt x="1" y="38872"/>
                    <a:pt x="1" y="38051"/>
                  </a:cubicBezTo>
                  <a:lnTo>
                    <a:pt x="1" y="1530"/>
                  </a:lnTo>
                  <a:cubicBezTo>
                    <a:pt x="1" y="686"/>
                    <a:pt x="686" y="1"/>
                    <a:pt x="1530" y="1"/>
                  </a:cubicBezTo>
                  <a:lnTo>
                    <a:pt x="28966" y="1"/>
                  </a:lnTo>
                  <a:cubicBezTo>
                    <a:pt x="29788" y="1"/>
                    <a:pt x="30473" y="686"/>
                    <a:pt x="30473" y="1530"/>
                  </a:cubicBezTo>
                  <a:lnTo>
                    <a:pt x="30473" y="38051"/>
                  </a:lnTo>
                  <a:cubicBezTo>
                    <a:pt x="30473" y="38872"/>
                    <a:pt x="29788" y="39557"/>
                    <a:pt x="28966" y="395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01"/>
            <p:cNvSpPr/>
            <p:nvPr/>
          </p:nvSpPr>
          <p:spPr>
            <a:xfrm>
              <a:off x="1797300" y="2107800"/>
              <a:ext cx="655100" cy="727575"/>
            </a:xfrm>
            <a:custGeom>
              <a:avLst/>
              <a:gdLst/>
              <a:ahLst/>
              <a:cxnLst/>
              <a:rect l="l" t="t" r="r" b="b"/>
              <a:pathLst>
                <a:path w="26204" h="29103" extrusionOk="0">
                  <a:moveTo>
                    <a:pt x="23921" y="4200"/>
                  </a:moveTo>
                  <a:cubicBezTo>
                    <a:pt x="19995" y="3972"/>
                    <a:pt x="16799" y="2785"/>
                    <a:pt x="14060" y="480"/>
                  </a:cubicBezTo>
                  <a:cubicBezTo>
                    <a:pt x="13513" y="0"/>
                    <a:pt x="12714" y="0"/>
                    <a:pt x="12166" y="480"/>
                  </a:cubicBezTo>
                  <a:cubicBezTo>
                    <a:pt x="9427" y="2785"/>
                    <a:pt x="6231" y="3972"/>
                    <a:pt x="2305" y="4200"/>
                  </a:cubicBezTo>
                  <a:cubicBezTo>
                    <a:pt x="1552" y="4246"/>
                    <a:pt x="936" y="4862"/>
                    <a:pt x="936" y="5615"/>
                  </a:cubicBezTo>
                  <a:cubicBezTo>
                    <a:pt x="799" y="13673"/>
                    <a:pt x="0" y="24332"/>
                    <a:pt x="12600" y="28988"/>
                  </a:cubicBezTo>
                  <a:cubicBezTo>
                    <a:pt x="12942" y="29103"/>
                    <a:pt x="13284" y="29103"/>
                    <a:pt x="13627" y="28988"/>
                  </a:cubicBezTo>
                  <a:cubicBezTo>
                    <a:pt x="26204" y="24332"/>
                    <a:pt x="25427" y="13673"/>
                    <a:pt x="25291" y="5615"/>
                  </a:cubicBezTo>
                  <a:cubicBezTo>
                    <a:pt x="25291" y="4862"/>
                    <a:pt x="24674" y="4246"/>
                    <a:pt x="23921" y="42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01"/>
            <p:cNvSpPr/>
            <p:nvPr/>
          </p:nvSpPr>
          <p:spPr>
            <a:xfrm>
              <a:off x="1832675" y="2151175"/>
              <a:ext cx="584925" cy="649400"/>
            </a:xfrm>
            <a:custGeom>
              <a:avLst/>
              <a:gdLst/>
              <a:ahLst/>
              <a:cxnLst/>
              <a:rect l="l" t="t" r="r" b="b"/>
              <a:pathLst>
                <a:path w="23397" h="25976" extrusionOk="0">
                  <a:moveTo>
                    <a:pt x="21342" y="3743"/>
                  </a:moveTo>
                  <a:cubicBezTo>
                    <a:pt x="17827" y="3538"/>
                    <a:pt x="14996" y="2488"/>
                    <a:pt x="12531" y="411"/>
                  </a:cubicBezTo>
                  <a:cubicBezTo>
                    <a:pt x="12052" y="0"/>
                    <a:pt x="11344" y="0"/>
                    <a:pt x="10865" y="411"/>
                  </a:cubicBezTo>
                  <a:cubicBezTo>
                    <a:pt x="8400" y="2488"/>
                    <a:pt x="5547" y="3538"/>
                    <a:pt x="2055" y="3743"/>
                  </a:cubicBezTo>
                  <a:cubicBezTo>
                    <a:pt x="1370" y="3766"/>
                    <a:pt x="822" y="4337"/>
                    <a:pt x="822" y="4999"/>
                  </a:cubicBezTo>
                  <a:cubicBezTo>
                    <a:pt x="708" y="12189"/>
                    <a:pt x="0" y="21730"/>
                    <a:pt x="11253" y="25861"/>
                  </a:cubicBezTo>
                  <a:cubicBezTo>
                    <a:pt x="11527" y="25975"/>
                    <a:pt x="11847" y="25975"/>
                    <a:pt x="12143" y="25861"/>
                  </a:cubicBezTo>
                  <a:cubicBezTo>
                    <a:pt x="23396" y="21730"/>
                    <a:pt x="22689" y="12189"/>
                    <a:pt x="22574" y="4999"/>
                  </a:cubicBezTo>
                  <a:cubicBezTo>
                    <a:pt x="22574" y="4337"/>
                    <a:pt x="22027" y="3766"/>
                    <a:pt x="21342" y="37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01"/>
            <p:cNvSpPr/>
            <p:nvPr/>
          </p:nvSpPr>
          <p:spPr>
            <a:xfrm>
              <a:off x="1952500" y="2636775"/>
              <a:ext cx="25" cy="3450"/>
            </a:xfrm>
            <a:custGeom>
              <a:avLst/>
              <a:gdLst/>
              <a:ahLst/>
              <a:cxnLst/>
              <a:rect l="l" t="t" r="r" b="b"/>
              <a:pathLst>
                <a:path w="1" h="138" extrusionOk="0">
                  <a:moveTo>
                    <a:pt x="1" y="137"/>
                  </a:moveTo>
                  <a:cubicBezTo>
                    <a:pt x="1" y="0"/>
                    <a:pt x="1" y="92"/>
                    <a:pt x="1" y="137"/>
                  </a:cubicBezTo>
                  <a:close/>
                </a:path>
              </a:pathLst>
            </a:custGeom>
            <a:solidFill>
              <a:srgbClr val="FF907C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01"/>
            <p:cNvSpPr/>
            <p:nvPr/>
          </p:nvSpPr>
          <p:spPr>
            <a:xfrm>
              <a:off x="2297725" y="2636200"/>
              <a:ext cx="25" cy="6875"/>
            </a:xfrm>
            <a:custGeom>
              <a:avLst/>
              <a:gdLst/>
              <a:ahLst/>
              <a:cxnLst/>
              <a:rect l="l" t="t" r="r" b="b"/>
              <a:pathLst>
                <a:path w="1" h="275" extrusionOk="0">
                  <a:moveTo>
                    <a:pt x="1" y="274"/>
                  </a:moveTo>
                  <a:cubicBezTo>
                    <a:pt x="1" y="229"/>
                    <a:pt x="1" y="1"/>
                    <a:pt x="1" y="274"/>
                  </a:cubicBezTo>
                  <a:close/>
                </a:path>
              </a:pathLst>
            </a:custGeom>
            <a:solidFill>
              <a:srgbClr val="FF907C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01"/>
            <p:cNvSpPr/>
            <p:nvPr/>
          </p:nvSpPr>
          <p:spPr>
            <a:xfrm>
              <a:off x="2033525" y="2248750"/>
              <a:ext cx="183200" cy="222000"/>
            </a:xfrm>
            <a:custGeom>
              <a:avLst/>
              <a:gdLst/>
              <a:ahLst/>
              <a:cxnLst/>
              <a:rect l="l" t="t" r="r" b="b"/>
              <a:pathLst>
                <a:path w="7328" h="8880" extrusionOk="0">
                  <a:moveTo>
                    <a:pt x="3653" y="8879"/>
                  </a:moveTo>
                  <a:cubicBezTo>
                    <a:pt x="5684" y="8879"/>
                    <a:pt x="7328" y="6893"/>
                    <a:pt x="7328" y="4428"/>
                  </a:cubicBezTo>
                  <a:cubicBezTo>
                    <a:pt x="7328" y="1986"/>
                    <a:pt x="6780" y="0"/>
                    <a:pt x="3653" y="0"/>
                  </a:cubicBezTo>
                  <a:cubicBezTo>
                    <a:pt x="549" y="0"/>
                    <a:pt x="1" y="1986"/>
                    <a:pt x="1" y="4428"/>
                  </a:cubicBezTo>
                  <a:cubicBezTo>
                    <a:pt x="1" y="6893"/>
                    <a:pt x="1644" y="8879"/>
                    <a:pt x="3653" y="8879"/>
                  </a:cubicBezTo>
                  <a:close/>
                </a:path>
              </a:pathLst>
            </a:custGeom>
            <a:solidFill>
              <a:srgbClr val="FFAE48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01"/>
            <p:cNvSpPr/>
            <p:nvPr/>
          </p:nvSpPr>
          <p:spPr>
            <a:xfrm>
              <a:off x="1952500" y="2479275"/>
              <a:ext cx="345250" cy="223725"/>
            </a:xfrm>
            <a:custGeom>
              <a:avLst/>
              <a:gdLst/>
              <a:ahLst/>
              <a:cxnLst/>
              <a:rect l="l" t="t" r="r" b="b"/>
              <a:pathLst>
                <a:path w="13810" h="8949" extrusionOk="0">
                  <a:moveTo>
                    <a:pt x="13810" y="6255"/>
                  </a:moveTo>
                  <a:cubicBezTo>
                    <a:pt x="13741" y="1986"/>
                    <a:pt x="13171" y="777"/>
                    <a:pt x="8902" y="1"/>
                  </a:cubicBezTo>
                  <a:cubicBezTo>
                    <a:pt x="8902" y="1"/>
                    <a:pt x="8309" y="777"/>
                    <a:pt x="6894" y="777"/>
                  </a:cubicBezTo>
                  <a:cubicBezTo>
                    <a:pt x="5501" y="777"/>
                    <a:pt x="4908" y="1"/>
                    <a:pt x="4908" y="1"/>
                  </a:cubicBezTo>
                  <a:cubicBezTo>
                    <a:pt x="685" y="754"/>
                    <a:pt x="92" y="1964"/>
                    <a:pt x="1" y="6118"/>
                  </a:cubicBezTo>
                  <a:cubicBezTo>
                    <a:pt x="1" y="6460"/>
                    <a:pt x="1" y="6483"/>
                    <a:pt x="1" y="6437"/>
                  </a:cubicBezTo>
                  <a:cubicBezTo>
                    <a:pt x="1" y="6506"/>
                    <a:pt x="1" y="6643"/>
                    <a:pt x="1" y="6894"/>
                  </a:cubicBezTo>
                  <a:cubicBezTo>
                    <a:pt x="1" y="6894"/>
                    <a:pt x="1005" y="8948"/>
                    <a:pt x="6894" y="8948"/>
                  </a:cubicBezTo>
                  <a:cubicBezTo>
                    <a:pt x="12783" y="8948"/>
                    <a:pt x="13810" y="6894"/>
                    <a:pt x="13810" y="6894"/>
                  </a:cubicBezTo>
                  <a:lnTo>
                    <a:pt x="13810" y="6551"/>
                  </a:lnTo>
                  <a:cubicBezTo>
                    <a:pt x="13810" y="6574"/>
                    <a:pt x="13810" y="6529"/>
                    <a:pt x="13810" y="6255"/>
                  </a:cubicBezTo>
                  <a:close/>
                </a:path>
              </a:pathLst>
            </a:custGeom>
            <a:solidFill>
              <a:srgbClr val="FFAE48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01"/>
            <p:cNvSpPr/>
            <p:nvPr/>
          </p:nvSpPr>
          <p:spPr>
            <a:xfrm>
              <a:off x="2033525" y="2248750"/>
              <a:ext cx="183200" cy="222000"/>
            </a:xfrm>
            <a:custGeom>
              <a:avLst/>
              <a:gdLst/>
              <a:ahLst/>
              <a:cxnLst/>
              <a:rect l="l" t="t" r="r" b="b"/>
              <a:pathLst>
                <a:path w="7328" h="8880" extrusionOk="0">
                  <a:moveTo>
                    <a:pt x="3653" y="8879"/>
                  </a:moveTo>
                  <a:cubicBezTo>
                    <a:pt x="5684" y="8879"/>
                    <a:pt x="7328" y="6893"/>
                    <a:pt x="7328" y="4428"/>
                  </a:cubicBezTo>
                  <a:cubicBezTo>
                    <a:pt x="7328" y="1986"/>
                    <a:pt x="6780" y="0"/>
                    <a:pt x="3653" y="0"/>
                  </a:cubicBezTo>
                  <a:cubicBezTo>
                    <a:pt x="549" y="0"/>
                    <a:pt x="1" y="1986"/>
                    <a:pt x="1" y="4428"/>
                  </a:cubicBezTo>
                  <a:cubicBezTo>
                    <a:pt x="1" y="6893"/>
                    <a:pt x="1644" y="8879"/>
                    <a:pt x="3653" y="88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01"/>
            <p:cNvSpPr/>
            <p:nvPr/>
          </p:nvSpPr>
          <p:spPr>
            <a:xfrm>
              <a:off x="1952500" y="2479275"/>
              <a:ext cx="345250" cy="223725"/>
            </a:xfrm>
            <a:custGeom>
              <a:avLst/>
              <a:gdLst/>
              <a:ahLst/>
              <a:cxnLst/>
              <a:rect l="l" t="t" r="r" b="b"/>
              <a:pathLst>
                <a:path w="13810" h="8949" extrusionOk="0">
                  <a:moveTo>
                    <a:pt x="13810" y="6255"/>
                  </a:moveTo>
                  <a:cubicBezTo>
                    <a:pt x="13741" y="1986"/>
                    <a:pt x="13171" y="777"/>
                    <a:pt x="8902" y="1"/>
                  </a:cubicBezTo>
                  <a:cubicBezTo>
                    <a:pt x="8902" y="1"/>
                    <a:pt x="8309" y="777"/>
                    <a:pt x="6894" y="777"/>
                  </a:cubicBezTo>
                  <a:cubicBezTo>
                    <a:pt x="5501" y="777"/>
                    <a:pt x="4908" y="1"/>
                    <a:pt x="4908" y="1"/>
                  </a:cubicBezTo>
                  <a:cubicBezTo>
                    <a:pt x="685" y="754"/>
                    <a:pt x="92" y="1964"/>
                    <a:pt x="1" y="6118"/>
                  </a:cubicBezTo>
                  <a:cubicBezTo>
                    <a:pt x="1" y="6460"/>
                    <a:pt x="1" y="6483"/>
                    <a:pt x="1" y="6437"/>
                  </a:cubicBezTo>
                  <a:cubicBezTo>
                    <a:pt x="1" y="6506"/>
                    <a:pt x="1" y="6643"/>
                    <a:pt x="1" y="6894"/>
                  </a:cubicBezTo>
                  <a:cubicBezTo>
                    <a:pt x="1" y="6894"/>
                    <a:pt x="1005" y="8948"/>
                    <a:pt x="6894" y="8948"/>
                  </a:cubicBezTo>
                  <a:cubicBezTo>
                    <a:pt x="12783" y="8948"/>
                    <a:pt x="13810" y="6894"/>
                    <a:pt x="13810" y="6894"/>
                  </a:cubicBezTo>
                  <a:lnTo>
                    <a:pt x="13810" y="6551"/>
                  </a:lnTo>
                  <a:cubicBezTo>
                    <a:pt x="13810" y="6574"/>
                    <a:pt x="13810" y="6529"/>
                    <a:pt x="13810" y="62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01"/>
            <p:cNvSpPr/>
            <p:nvPr/>
          </p:nvSpPr>
          <p:spPr>
            <a:xfrm>
              <a:off x="2261225" y="2677850"/>
              <a:ext cx="160925" cy="114725"/>
            </a:xfrm>
            <a:custGeom>
              <a:avLst/>
              <a:gdLst/>
              <a:ahLst/>
              <a:cxnLst/>
              <a:rect l="l" t="t" r="r" b="b"/>
              <a:pathLst>
                <a:path w="6437" h="4589" extrusionOk="0">
                  <a:moveTo>
                    <a:pt x="2693" y="4429"/>
                  </a:moveTo>
                  <a:cubicBezTo>
                    <a:pt x="2579" y="4520"/>
                    <a:pt x="2420" y="4589"/>
                    <a:pt x="2260" y="4589"/>
                  </a:cubicBezTo>
                  <a:lnTo>
                    <a:pt x="2237" y="4589"/>
                  </a:lnTo>
                  <a:cubicBezTo>
                    <a:pt x="2054" y="4589"/>
                    <a:pt x="1895" y="4497"/>
                    <a:pt x="1780" y="4383"/>
                  </a:cubicBezTo>
                  <a:lnTo>
                    <a:pt x="251" y="2671"/>
                  </a:lnTo>
                  <a:cubicBezTo>
                    <a:pt x="0" y="2397"/>
                    <a:pt x="23" y="2009"/>
                    <a:pt x="297" y="1758"/>
                  </a:cubicBezTo>
                  <a:lnTo>
                    <a:pt x="297" y="1758"/>
                  </a:lnTo>
                  <a:cubicBezTo>
                    <a:pt x="548" y="1530"/>
                    <a:pt x="959" y="1553"/>
                    <a:pt x="1187" y="1804"/>
                  </a:cubicBezTo>
                  <a:lnTo>
                    <a:pt x="1872" y="2580"/>
                  </a:lnTo>
                  <a:cubicBezTo>
                    <a:pt x="2123" y="2831"/>
                    <a:pt x="2534" y="2854"/>
                    <a:pt x="2785" y="2603"/>
                  </a:cubicBezTo>
                  <a:lnTo>
                    <a:pt x="5296" y="229"/>
                  </a:lnTo>
                  <a:cubicBezTo>
                    <a:pt x="5547" y="1"/>
                    <a:pt x="5957" y="1"/>
                    <a:pt x="6209" y="252"/>
                  </a:cubicBezTo>
                  <a:cubicBezTo>
                    <a:pt x="6437" y="526"/>
                    <a:pt x="6414" y="914"/>
                    <a:pt x="6163" y="11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84" name="Google Shape;2984;p101"/>
            <p:cNvGrpSpPr/>
            <p:nvPr/>
          </p:nvGrpSpPr>
          <p:grpSpPr>
            <a:xfrm>
              <a:off x="1174662" y="1580422"/>
              <a:ext cx="761852" cy="363056"/>
              <a:chOff x="1406975" y="1473825"/>
              <a:chExt cx="620300" cy="295600"/>
            </a:xfrm>
          </p:grpSpPr>
          <p:sp>
            <p:nvSpPr>
              <p:cNvPr id="2985" name="Google Shape;2985;p101"/>
              <p:cNvSpPr/>
              <p:nvPr/>
            </p:nvSpPr>
            <p:spPr>
              <a:xfrm>
                <a:off x="1406975" y="1641025"/>
                <a:ext cx="620300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5136" extrusionOk="0">
                    <a:moveTo>
                      <a:pt x="22757" y="5136"/>
                    </a:moveTo>
                    <a:lnTo>
                      <a:pt x="2055" y="5136"/>
                    </a:lnTo>
                    <a:cubicBezTo>
                      <a:pt x="914" y="5136"/>
                      <a:pt x="1" y="4200"/>
                      <a:pt x="1" y="3082"/>
                    </a:cubicBezTo>
                    <a:lnTo>
                      <a:pt x="1" y="2055"/>
                    </a:lnTo>
                    <a:cubicBezTo>
                      <a:pt x="1" y="913"/>
                      <a:pt x="914" y="0"/>
                      <a:pt x="2055" y="0"/>
                    </a:cubicBezTo>
                    <a:lnTo>
                      <a:pt x="22757" y="0"/>
                    </a:lnTo>
                    <a:cubicBezTo>
                      <a:pt x="23899" y="0"/>
                      <a:pt x="24812" y="913"/>
                      <a:pt x="24812" y="2055"/>
                    </a:cubicBezTo>
                    <a:lnTo>
                      <a:pt x="24812" y="3082"/>
                    </a:lnTo>
                    <a:cubicBezTo>
                      <a:pt x="24812" y="4200"/>
                      <a:pt x="23899" y="5136"/>
                      <a:pt x="22757" y="51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101"/>
              <p:cNvSpPr/>
              <p:nvPr/>
            </p:nvSpPr>
            <p:spPr>
              <a:xfrm>
                <a:off x="1456050" y="1682675"/>
                <a:ext cx="445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713" extrusionOk="0">
                    <a:moveTo>
                      <a:pt x="1302" y="845"/>
                    </a:moveTo>
                    <a:lnTo>
                      <a:pt x="1781" y="1119"/>
                    </a:lnTo>
                    <a:lnTo>
                      <a:pt x="1553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1" y="1119"/>
                    </a:lnTo>
                    <a:lnTo>
                      <a:pt x="480" y="845"/>
                    </a:lnTo>
                    <a:lnTo>
                      <a:pt x="1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3" y="229"/>
                    </a:lnTo>
                    <a:lnTo>
                      <a:pt x="1781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101"/>
              <p:cNvSpPr/>
              <p:nvPr/>
            </p:nvSpPr>
            <p:spPr>
              <a:xfrm>
                <a:off x="1509700" y="1682675"/>
                <a:ext cx="445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713" extrusionOk="0">
                    <a:moveTo>
                      <a:pt x="1301" y="845"/>
                    </a:moveTo>
                    <a:lnTo>
                      <a:pt x="1780" y="1119"/>
                    </a:lnTo>
                    <a:lnTo>
                      <a:pt x="1552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0" y="1119"/>
                    </a:lnTo>
                    <a:lnTo>
                      <a:pt x="479" y="845"/>
                    </a:lnTo>
                    <a:lnTo>
                      <a:pt x="0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2" y="229"/>
                    </a:lnTo>
                    <a:lnTo>
                      <a:pt x="1780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101"/>
              <p:cNvSpPr/>
              <p:nvPr/>
            </p:nvSpPr>
            <p:spPr>
              <a:xfrm>
                <a:off x="1563325" y="1682675"/>
                <a:ext cx="445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82" h="1713" extrusionOk="0">
                    <a:moveTo>
                      <a:pt x="1302" y="845"/>
                    </a:moveTo>
                    <a:lnTo>
                      <a:pt x="1781" y="1119"/>
                    </a:lnTo>
                    <a:lnTo>
                      <a:pt x="1553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1" y="1119"/>
                    </a:lnTo>
                    <a:lnTo>
                      <a:pt x="480" y="845"/>
                    </a:lnTo>
                    <a:lnTo>
                      <a:pt x="1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3" y="229"/>
                    </a:lnTo>
                    <a:lnTo>
                      <a:pt x="1781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101"/>
              <p:cNvSpPr/>
              <p:nvPr/>
            </p:nvSpPr>
            <p:spPr>
              <a:xfrm>
                <a:off x="1616975" y="1682675"/>
                <a:ext cx="445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713" extrusionOk="0">
                    <a:moveTo>
                      <a:pt x="1301" y="845"/>
                    </a:moveTo>
                    <a:lnTo>
                      <a:pt x="1781" y="1119"/>
                    </a:lnTo>
                    <a:lnTo>
                      <a:pt x="1552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0" y="1119"/>
                    </a:lnTo>
                    <a:lnTo>
                      <a:pt x="480" y="845"/>
                    </a:lnTo>
                    <a:lnTo>
                      <a:pt x="0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2" y="229"/>
                    </a:lnTo>
                    <a:lnTo>
                      <a:pt x="1781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101"/>
              <p:cNvSpPr/>
              <p:nvPr/>
            </p:nvSpPr>
            <p:spPr>
              <a:xfrm>
                <a:off x="1670600" y="1682675"/>
                <a:ext cx="439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713" extrusionOk="0">
                    <a:moveTo>
                      <a:pt x="1302" y="845"/>
                    </a:moveTo>
                    <a:lnTo>
                      <a:pt x="1758" y="1119"/>
                    </a:lnTo>
                    <a:lnTo>
                      <a:pt x="1553" y="1461"/>
                    </a:lnTo>
                    <a:lnTo>
                      <a:pt x="1074" y="1187"/>
                    </a:lnTo>
                    <a:lnTo>
                      <a:pt x="1096" y="1712"/>
                    </a:lnTo>
                    <a:lnTo>
                      <a:pt x="686" y="1712"/>
                    </a:lnTo>
                    <a:lnTo>
                      <a:pt x="686" y="1187"/>
                    </a:lnTo>
                    <a:lnTo>
                      <a:pt x="206" y="1461"/>
                    </a:lnTo>
                    <a:lnTo>
                      <a:pt x="1" y="1119"/>
                    </a:lnTo>
                    <a:lnTo>
                      <a:pt x="480" y="845"/>
                    </a:lnTo>
                    <a:lnTo>
                      <a:pt x="1" y="594"/>
                    </a:lnTo>
                    <a:lnTo>
                      <a:pt x="206" y="229"/>
                    </a:lnTo>
                    <a:lnTo>
                      <a:pt x="686" y="526"/>
                    </a:lnTo>
                    <a:lnTo>
                      <a:pt x="686" y="1"/>
                    </a:lnTo>
                    <a:lnTo>
                      <a:pt x="1096" y="1"/>
                    </a:lnTo>
                    <a:lnTo>
                      <a:pt x="1074" y="526"/>
                    </a:lnTo>
                    <a:lnTo>
                      <a:pt x="1553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101"/>
              <p:cNvSpPr/>
              <p:nvPr/>
            </p:nvSpPr>
            <p:spPr>
              <a:xfrm>
                <a:off x="1724250" y="1682675"/>
                <a:ext cx="439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713" extrusionOk="0">
                    <a:moveTo>
                      <a:pt x="1301" y="845"/>
                    </a:moveTo>
                    <a:lnTo>
                      <a:pt x="1758" y="1119"/>
                    </a:lnTo>
                    <a:lnTo>
                      <a:pt x="1553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0" y="1119"/>
                    </a:lnTo>
                    <a:lnTo>
                      <a:pt x="480" y="845"/>
                    </a:lnTo>
                    <a:lnTo>
                      <a:pt x="0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3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101"/>
              <p:cNvSpPr/>
              <p:nvPr/>
            </p:nvSpPr>
            <p:spPr>
              <a:xfrm>
                <a:off x="1777900" y="1682675"/>
                <a:ext cx="439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713" extrusionOk="0">
                    <a:moveTo>
                      <a:pt x="1301" y="845"/>
                    </a:moveTo>
                    <a:lnTo>
                      <a:pt x="1758" y="1119"/>
                    </a:lnTo>
                    <a:lnTo>
                      <a:pt x="1552" y="1461"/>
                    </a:lnTo>
                    <a:lnTo>
                      <a:pt x="1073" y="1187"/>
                    </a:lnTo>
                    <a:lnTo>
                      <a:pt x="1096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5" y="1461"/>
                    </a:lnTo>
                    <a:lnTo>
                      <a:pt x="0" y="1119"/>
                    </a:lnTo>
                    <a:lnTo>
                      <a:pt x="479" y="845"/>
                    </a:lnTo>
                    <a:lnTo>
                      <a:pt x="0" y="594"/>
                    </a:lnTo>
                    <a:lnTo>
                      <a:pt x="205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96" y="1"/>
                    </a:lnTo>
                    <a:lnTo>
                      <a:pt x="1073" y="526"/>
                    </a:lnTo>
                    <a:lnTo>
                      <a:pt x="1552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101"/>
              <p:cNvSpPr/>
              <p:nvPr/>
            </p:nvSpPr>
            <p:spPr>
              <a:xfrm>
                <a:off x="1831525" y="1682675"/>
                <a:ext cx="439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713" extrusionOk="0">
                    <a:moveTo>
                      <a:pt x="1302" y="845"/>
                    </a:moveTo>
                    <a:lnTo>
                      <a:pt x="1758" y="1119"/>
                    </a:lnTo>
                    <a:lnTo>
                      <a:pt x="1553" y="1461"/>
                    </a:lnTo>
                    <a:lnTo>
                      <a:pt x="1073" y="1187"/>
                    </a:lnTo>
                    <a:lnTo>
                      <a:pt x="1073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1" y="1119"/>
                    </a:lnTo>
                    <a:lnTo>
                      <a:pt x="457" y="845"/>
                    </a:lnTo>
                    <a:lnTo>
                      <a:pt x="1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73" y="1"/>
                    </a:lnTo>
                    <a:lnTo>
                      <a:pt x="1073" y="526"/>
                    </a:lnTo>
                    <a:lnTo>
                      <a:pt x="1553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101"/>
              <p:cNvSpPr/>
              <p:nvPr/>
            </p:nvSpPr>
            <p:spPr>
              <a:xfrm>
                <a:off x="1885175" y="1682675"/>
                <a:ext cx="439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713" extrusionOk="0">
                    <a:moveTo>
                      <a:pt x="1301" y="845"/>
                    </a:moveTo>
                    <a:lnTo>
                      <a:pt x="1758" y="1119"/>
                    </a:lnTo>
                    <a:lnTo>
                      <a:pt x="1552" y="1461"/>
                    </a:lnTo>
                    <a:lnTo>
                      <a:pt x="1073" y="1187"/>
                    </a:lnTo>
                    <a:lnTo>
                      <a:pt x="1073" y="1712"/>
                    </a:lnTo>
                    <a:lnTo>
                      <a:pt x="685" y="1712"/>
                    </a:lnTo>
                    <a:lnTo>
                      <a:pt x="685" y="1187"/>
                    </a:lnTo>
                    <a:lnTo>
                      <a:pt x="206" y="1461"/>
                    </a:lnTo>
                    <a:lnTo>
                      <a:pt x="0" y="1119"/>
                    </a:lnTo>
                    <a:lnTo>
                      <a:pt x="457" y="845"/>
                    </a:lnTo>
                    <a:lnTo>
                      <a:pt x="0" y="594"/>
                    </a:lnTo>
                    <a:lnTo>
                      <a:pt x="206" y="229"/>
                    </a:lnTo>
                    <a:lnTo>
                      <a:pt x="685" y="526"/>
                    </a:lnTo>
                    <a:lnTo>
                      <a:pt x="685" y="1"/>
                    </a:lnTo>
                    <a:lnTo>
                      <a:pt x="1073" y="1"/>
                    </a:lnTo>
                    <a:lnTo>
                      <a:pt x="1073" y="526"/>
                    </a:lnTo>
                    <a:lnTo>
                      <a:pt x="1552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101"/>
              <p:cNvSpPr/>
              <p:nvPr/>
            </p:nvSpPr>
            <p:spPr>
              <a:xfrm>
                <a:off x="1938800" y="1682675"/>
                <a:ext cx="439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713" extrusionOk="0">
                    <a:moveTo>
                      <a:pt x="1302" y="845"/>
                    </a:moveTo>
                    <a:lnTo>
                      <a:pt x="1758" y="1119"/>
                    </a:lnTo>
                    <a:lnTo>
                      <a:pt x="1553" y="1461"/>
                    </a:lnTo>
                    <a:lnTo>
                      <a:pt x="1074" y="1187"/>
                    </a:lnTo>
                    <a:lnTo>
                      <a:pt x="1074" y="1712"/>
                    </a:lnTo>
                    <a:lnTo>
                      <a:pt x="686" y="1712"/>
                    </a:lnTo>
                    <a:lnTo>
                      <a:pt x="686" y="1187"/>
                    </a:lnTo>
                    <a:lnTo>
                      <a:pt x="206" y="1461"/>
                    </a:lnTo>
                    <a:lnTo>
                      <a:pt x="1" y="1119"/>
                    </a:lnTo>
                    <a:lnTo>
                      <a:pt x="457" y="845"/>
                    </a:lnTo>
                    <a:lnTo>
                      <a:pt x="1" y="594"/>
                    </a:lnTo>
                    <a:lnTo>
                      <a:pt x="206" y="229"/>
                    </a:lnTo>
                    <a:lnTo>
                      <a:pt x="686" y="526"/>
                    </a:lnTo>
                    <a:lnTo>
                      <a:pt x="686" y="1"/>
                    </a:lnTo>
                    <a:lnTo>
                      <a:pt x="1074" y="1"/>
                    </a:lnTo>
                    <a:lnTo>
                      <a:pt x="1074" y="526"/>
                    </a:lnTo>
                    <a:lnTo>
                      <a:pt x="1553" y="229"/>
                    </a:lnTo>
                    <a:lnTo>
                      <a:pt x="1758" y="59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101"/>
              <p:cNvSpPr/>
              <p:nvPr/>
            </p:nvSpPr>
            <p:spPr>
              <a:xfrm>
                <a:off x="1406975" y="1473825"/>
                <a:ext cx="620300" cy="128425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5137" extrusionOk="0">
                    <a:moveTo>
                      <a:pt x="22757" y="5136"/>
                    </a:moveTo>
                    <a:lnTo>
                      <a:pt x="2055" y="5136"/>
                    </a:lnTo>
                    <a:cubicBezTo>
                      <a:pt x="914" y="5136"/>
                      <a:pt x="1" y="4200"/>
                      <a:pt x="1" y="3082"/>
                    </a:cubicBezTo>
                    <a:lnTo>
                      <a:pt x="1" y="2055"/>
                    </a:lnTo>
                    <a:cubicBezTo>
                      <a:pt x="1" y="914"/>
                      <a:pt x="914" y="1"/>
                      <a:pt x="2055" y="1"/>
                    </a:cubicBezTo>
                    <a:lnTo>
                      <a:pt x="22757" y="1"/>
                    </a:lnTo>
                    <a:cubicBezTo>
                      <a:pt x="23899" y="1"/>
                      <a:pt x="24812" y="914"/>
                      <a:pt x="24812" y="2055"/>
                    </a:cubicBezTo>
                    <a:lnTo>
                      <a:pt x="24812" y="3082"/>
                    </a:lnTo>
                    <a:cubicBezTo>
                      <a:pt x="24812" y="4200"/>
                      <a:pt x="23899" y="5136"/>
                      <a:pt x="22757" y="513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101"/>
              <p:cNvSpPr/>
              <p:nvPr/>
            </p:nvSpPr>
            <p:spPr>
              <a:xfrm>
                <a:off x="1445775" y="1520625"/>
                <a:ext cx="24370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9748" h="1393" extrusionOk="0">
                    <a:moveTo>
                      <a:pt x="9176" y="1393"/>
                    </a:moveTo>
                    <a:lnTo>
                      <a:pt x="548" y="1393"/>
                    </a:lnTo>
                    <a:cubicBezTo>
                      <a:pt x="252" y="1393"/>
                      <a:pt x="1" y="1141"/>
                      <a:pt x="1" y="845"/>
                    </a:cubicBezTo>
                    <a:lnTo>
                      <a:pt x="1" y="548"/>
                    </a:lnTo>
                    <a:cubicBezTo>
                      <a:pt x="1" y="251"/>
                      <a:pt x="252" y="0"/>
                      <a:pt x="548" y="0"/>
                    </a:cubicBezTo>
                    <a:lnTo>
                      <a:pt x="9176" y="0"/>
                    </a:lnTo>
                    <a:cubicBezTo>
                      <a:pt x="9496" y="0"/>
                      <a:pt x="9747" y="251"/>
                      <a:pt x="9747" y="548"/>
                    </a:cubicBezTo>
                    <a:lnTo>
                      <a:pt x="9747" y="845"/>
                    </a:lnTo>
                    <a:cubicBezTo>
                      <a:pt x="9747" y="1141"/>
                      <a:pt x="9496" y="1393"/>
                      <a:pt x="9176" y="13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101"/>
              <p:cNvSpPr/>
              <p:nvPr/>
            </p:nvSpPr>
            <p:spPr>
              <a:xfrm>
                <a:off x="1703125" y="1520625"/>
                <a:ext cx="97625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3905" h="1393" extrusionOk="0">
                    <a:moveTo>
                      <a:pt x="3356" y="1393"/>
                    </a:moveTo>
                    <a:lnTo>
                      <a:pt x="572" y="1393"/>
                    </a:lnTo>
                    <a:cubicBezTo>
                      <a:pt x="252" y="1393"/>
                      <a:pt x="1" y="1141"/>
                      <a:pt x="1" y="845"/>
                    </a:cubicBezTo>
                    <a:lnTo>
                      <a:pt x="1" y="548"/>
                    </a:lnTo>
                    <a:cubicBezTo>
                      <a:pt x="1" y="251"/>
                      <a:pt x="252" y="0"/>
                      <a:pt x="572" y="0"/>
                    </a:cubicBezTo>
                    <a:lnTo>
                      <a:pt x="3356" y="0"/>
                    </a:lnTo>
                    <a:cubicBezTo>
                      <a:pt x="3653" y="0"/>
                      <a:pt x="3904" y="251"/>
                      <a:pt x="3904" y="548"/>
                    </a:cubicBezTo>
                    <a:lnTo>
                      <a:pt x="3904" y="845"/>
                    </a:lnTo>
                    <a:cubicBezTo>
                      <a:pt x="3904" y="1141"/>
                      <a:pt x="3653" y="1393"/>
                      <a:pt x="3356" y="13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01"/>
              <p:cNvSpPr/>
              <p:nvPr/>
            </p:nvSpPr>
            <p:spPr>
              <a:xfrm>
                <a:off x="1821825" y="1520625"/>
                <a:ext cx="166650" cy="34825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1393" extrusionOk="0">
                    <a:moveTo>
                      <a:pt x="6118" y="1393"/>
                    </a:moveTo>
                    <a:lnTo>
                      <a:pt x="548" y="1393"/>
                    </a:lnTo>
                    <a:cubicBezTo>
                      <a:pt x="229" y="1393"/>
                      <a:pt x="1" y="1141"/>
                      <a:pt x="1" y="845"/>
                    </a:cubicBezTo>
                    <a:lnTo>
                      <a:pt x="1" y="548"/>
                    </a:lnTo>
                    <a:cubicBezTo>
                      <a:pt x="1" y="251"/>
                      <a:pt x="229" y="0"/>
                      <a:pt x="548" y="0"/>
                    </a:cubicBezTo>
                    <a:lnTo>
                      <a:pt x="6118" y="0"/>
                    </a:lnTo>
                    <a:cubicBezTo>
                      <a:pt x="6414" y="0"/>
                      <a:pt x="6666" y="251"/>
                      <a:pt x="6666" y="548"/>
                    </a:cubicBezTo>
                    <a:lnTo>
                      <a:pt x="6666" y="845"/>
                    </a:lnTo>
                    <a:cubicBezTo>
                      <a:pt x="6666" y="1141"/>
                      <a:pt x="6414" y="1393"/>
                      <a:pt x="6118" y="139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0" name="Google Shape;3000;p101"/>
            <p:cNvGrpSpPr/>
            <p:nvPr/>
          </p:nvGrpSpPr>
          <p:grpSpPr>
            <a:xfrm>
              <a:off x="2839550" y="1643275"/>
              <a:ext cx="586050" cy="466800"/>
              <a:chOff x="2659525" y="1331750"/>
              <a:chExt cx="586050" cy="466800"/>
            </a:xfrm>
          </p:grpSpPr>
          <p:sp>
            <p:nvSpPr>
              <p:cNvPr id="3001" name="Google Shape;3001;p101"/>
              <p:cNvSpPr/>
              <p:nvPr/>
            </p:nvSpPr>
            <p:spPr>
              <a:xfrm>
                <a:off x="2659525" y="1331750"/>
                <a:ext cx="586050" cy="378900"/>
              </a:xfrm>
              <a:custGeom>
                <a:avLst/>
                <a:gdLst/>
                <a:ahLst/>
                <a:cxnLst/>
                <a:rect l="l" t="t" r="r" b="b"/>
                <a:pathLst>
                  <a:path w="23442" h="15156" extrusionOk="0">
                    <a:moveTo>
                      <a:pt x="18763" y="5820"/>
                    </a:moveTo>
                    <a:cubicBezTo>
                      <a:pt x="18580" y="5820"/>
                      <a:pt x="18397" y="5843"/>
                      <a:pt x="18215" y="5866"/>
                    </a:cubicBezTo>
                    <a:cubicBezTo>
                      <a:pt x="17713" y="4223"/>
                      <a:pt x="16206" y="3104"/>
                      <a:pt x="14494" y="3104"/>
                    </a:cubicBezTo>
                    <a:cubicBezTo>
                      <a:pt x="14083" y="3104"/>
                      <a:pt x="13650" y="3173"/>
                      <a:pt x="13239" y="3310"/>
                    </a:cubicBezTo>
                    <a:cubicBezTo>
                      <a:pt x="12257" y="1164"/>
                      <a:pt x="9906" y="0"/>
                      <a:pt x="7578" y="502"/>
                    </a:cubicBezTo>
                    <a:cubicBezTo>
                      <a:pt x="5273" y="1027"/>
                      <a:pt x="3629" y="3081"/>
                      <a:pt x="3629" y="5432"/>
                    </a:cubicBezTo>
                    <a:cubicBezTo>
                      <a:pt x="3629" y="5843"/>
                      <a:pt x="3675" y="6254"/>
                      <a:pt x="3766" y="6665"/>
                    </a:cubicBezTo>
                    <a:cubicBezTo>
                      <a:pt x="1575" y="6985"/>
                      <a:pt x="0" y="8970"/>
                      <a:pt x="160" y="11184"/>
                    </a:cubicBezTo>
                    <a:cubicBezTo>
                      <a:pt x="320" y="13421"/>
                      <a:pt x="2169" y="15133"/>
                      <a:pt x="4405" y="15156"/>
                    </a:cubicBezTo>
                    <a:lnTo>
                      <a:pt x="18763" y="15156"/>
                    </a:lnTo>
                    <a:cubicBezTo>
                      <a:pt x="21342" y="15156"/>
                      <a:pt x="23442" y="13056"/>
                      <a:pt x="23442" y="10500"/>
                    </a:cubicBezTo>
                    <a:cubicBezTo>
                      <a:pt x="23442" y="7920"/>
                      <a:pt x="21342" y="5820"/>
                      <a:pt x="18763" y="5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01"/>
              <p:cNvSpPr/>
              <p:nvPr/>
            </p:nvSpPr>
            <p:spPr>
              <a:xfrm>
                <a:off x="2868925" y="1578250"/>
                <a:ext cx="186075" cy="220300"/>
              </a:xfrm>
              <a:custGeom>
                <a:avLst/>
                <a:gdLst/>
                <a:ahLst/>
                <a:cxnLst/>
                <a:rect l="l" t="t" r="r" b="b"/>
                <a:pathLst>
                  <a:path w="7443" h="8812" extrusionOk="0">
                    <a:moveTo>
                      <a:pt x="7168" y="4657"/>
                    </a:moveTo>
                    <a:lnTo>
                      <a:pt x="4155" y="8514"/>
                    </a:lnTo>
                    <a:cubicBezTo>
                      <a:pt x="3927" y="8811"/>
                      <a:pt x="3516" y="8811"/>
                      <a:pt x="3288" y="8514"/>
                    </a:cubicBezTo>
                    <a:lnTo>
                      <a:pt x="275" y="4657"/>
                    </a:lnTo>
                    <a:cubicBezTo>
                      <a:pt x="1" y="4292"/>
                      <a:pt x="252" y="3767"/>
                      <a:pt x="686" y="3767"/>
                    </a:cubicBezTo>
                    <a:lnTo>
                      <a:pt x="2215" y="3767"/>
                    </a:lnTo>
                    <a:lnTo>
                      <a:pt x="2215" y="548"/>
                    </a:lnTo>
                    <a:cubicBezTo>
                      <a:pt x="2215" y="252"/>
                      <a:pt x="2466" y="1"/>
                      <a:pt x="2763" y="1"/>
                    </a:cubicBezTo>
                    <a:lnTo>
                      <a:pt x="4680" y="1"/>
                    </a:lnTo>
                    <a:cubicBezTo>
                      <a:pt x="4977" y="1"/>
                      <a:pt x="5228" y="252"/>
                      <a:pt x="5228" y="548"/>
                    </a:cubicBezTo>
                    <a:lnTo>
                      <a:pt x="5228" y="3767"/>
                    </a:lnTo>
                    <a:lnTo>
                      <a:pt x="6757" y="3767"/>
                    </a:lnTo>
                    <a:cubicBezTo>
                      <a:pt x="7191" y="3767"/>
                      <a:pt x="7442" y="4292"/>
                      <a:pt x="7168" y="46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01"/>
              <p:cNvSpPr/>
              <p:nvPr/>
            </p:nvSpPr>
            <p:spPr>
              <a:xfrm>
                <a:off x="2765075" y="1487525"/>
                <a:ext cx="115300" cy="13582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5433" extrusionOk="0">
                    <a:moveTo>
                      <a:pt x="4429" y="2876"/>
                    </a:moveTo>
                    <a:lnTo>
                      <a:pt x="2580" y="5273"/>
                    </a:lnTo>
                    <a:cubicBezTo>
                      <a:pt x="2443" y="5433"/>
                      <a:pt x="2169" y="5433"/>
                      <a:pt x="2032" y="5273"/>
                    </a:cubicBezTo>
                    <a:lnTo>
                      <a:pt x="183" y="2876"/>
                    </a:lnTo>
                    <a:cubicBezTo>
                      <a:pt x="1" y="2648"/>
                      <a:pt x="161" y="2328"/>
                      <a:pt x="434" y="2328"/>
                    </a:cubicBezTo>
                    <a:lnTo>
                      <a:pt x="1370" y="2328"/>
                    </a:lnTo>
                    <a:lnTo>
                      <a:pt x="1370" y="343"/>
                    </a:lnTo>
                    <a:cubicBezTo>
                      <a:pt x="1370" y="160"/>
                      <a:pt x="1530" y="0"/>
                      <a:pt x="1713" y="0"/>
                    </a:cubicBezTo>
                    <a:lnTo>
                      <a:pt x="2900" y="0"/>
                    </a:lnTo>
                    <a:cubicBezTo>
                      <a:pt x="3082" y="0"/>
                      <a:pt x="3242" y="160"/>
                      <a:pt x="3242" y="343"/>
                    </a:cubicBezTo>
                    <a:lnTo>
                      <a:pt x="3242" y="2328"/>
                    </a:lnTo>
                    <a:lnTo>
                      <a:pt x="4178" y="2328"/>
                    </a:lnTo>
                    <a:cubicBezTo>
                      <a:pt x="4452" y="2328"/>
                      <a:pt x="4612" y="2648"/>
                      <a:pt x="4429" y="28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01"/>
              <p:cNvSpPr/>
              <p:nvPr/>
            </p:nvSpPr>
            <p:spPr>
              <a:xfrm>
                <a:off x="3043550" y="1439025"/>
                <a:ext cx="115300" cy="135825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5433" extrusionOk="0">
                    <a:moveTo>
                      <a:pt x="4429" y="2876"/>
                    </a:moveTo>
                    <a:lnTo>
                      <a:pt x="2580" y="5273"/>
                    </a:lnTo>
                    <a:cubicBezTo>
                      <a:pt x="2443" y="5433"/>
                      <a:pt x="2169" y="5433"/>
                      <a:pt x="2032" y="5273"/>
                    </a:cubicBezTo>
                    <a:lnTo>
                      <a:pt x="183" y="2876"/>
                    </a:lnTo>
                    <a:cubicBezTo>
                      <a:pt x="1" y="2648"/>
                      <a:pt x="160" y="2328"/>
                      <a:pt x="434" y="2328"/>
                    </a:cubicBezTo>
                    <a:lnTo>
                      <a:pt x="1370" y="2328"/>
                    </a:lnTo>
                    <a:lnTo>
                      <a:pt x="1370" y="343"/>
                    </a:lnTo>
                    <a:cubicBezTo>
                      <a:pt x="1370" y="160"/>
                      <a:pt x="1530" y="0"/>
                      <a:pt x="1712" y="0"/>
                    </a:cubicBezTo>
                    <a:lnTo>
                      <a:pt x="2899" y="0"/>
                    </a:lnTo>
                    <a:cubicBezTo>
                      <a:pt x="3082" y="0"/>
                      <a:pt x="3242" y="160"/>
                      <a:pt x="3242" y="343"/>
                    </a:cubicBezTo>
                    <a:lnTo>
                      <a:pt x="3242" y="2328"/>
                    </a:lnTo>
                    <a:lnTo>
                      <a:pt x="4178" y="2328"/>
                    </a:lnTo>
                    <a:cubicBezTo>
                      <a:pt x="4451" y="2328"/>
                      <a:pt x="4611" y="2648"/>
                      <a:pt x="4429" y="28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3057;p103">
            <a:extLst>
              <a:ext uri="{FF2B5EF4-FFF2-40B4-BE49-F238E27FC236}">
                <a16:creationId xmlns:a16="http://schemas.microsoft.com/office/drawing/2014/main" id="{3BF280BC-25AD-CE6B-AFC5-57A74B02FC45}"/>
              </a:ext>
            </a:extLst>
          </p:cNvPr>
          <p:cNvSpPr/>
          <p:nvPr/>
        </p:nvSpPr>
        <p:spPr>
          <a:xfrm flipH="1">
            <a:off x="5992911" y="2682486"/>
            <a:ext cx="2460207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dirty="0">
                <a:latin typeface="Montserrat" panose="00000500000000000000" pitchFamily="2" charset="0"/>
              </a:rPr>
              <a:t>Reliability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1" name="Google Shape;3060;p103">
            <a:extLst>
              <a:ext uri="{FF2B5EF4-FFF2-40B4-BE49-F238E27FC236}">
                <a16:creationId xmlns:a16="http://schemas.microsoft.com/office/drawing/2014/main" id="{CE8D7BC5-0952-7D44-D08E-51FEB44E8897}"/>
              </a:ext>
            </a:extLst>
          </p:cNvPr>
          <p:cNvSpPr/>
          <p:nvPr/>
        </p:nvSpPr>
        <p:spPr>
          <a:xfrm flipH="1">
            <a:off x="5977755" y="2679663"/>
            <a:ext cx="338100" cy="3381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057;p103">
            <a:extLst>
              <a:ext uri="{FF2B5EF4-FFF2-40B4-BE49-F238E27FC236}">
                <a16:creationId xmlns:a16="http://schemas.microsoft.com/office/drawing/2014/main" id="{8C943A09-EB67-9713-4FA5-74CC174F5116}"/>
              </a:ext>
            </a:extLst>
          </p:cNvPr>
          <p:cNvSpPr/>
          <p:nvPr/>
        </p:nvSpPr>
        <p:spPr>
          <a:xfrm flipH="1">
            <a:off x="6008068" y="1680674"/>
            <a:ext cx="2445051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      Performance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3" name="Google Shape;3060;p103">
            <a:extLst>
              <a:ext uri="{FF2B5EF4-FFF2-40B4-BE49-F238E27FC236}">
                <a16:creationId xmlns:a16="http://schemas.microsoft.com/office/drawing/2014/main" id="{33FAEC7F-F180-1E06-AC62-3A1B1ACA6B99}"/>
              </a:ext>
            </a:extLst>
          </p:cNvPr>
          <p:cNvSpPr/>
          <p:nvPr/>
        </p:nvSpPr>
        <p:spPr>
          <a:xfrm flipH="1">
            <a:off x="5992912" y="1677851"/>
            <a:ext cx="338100" cy="3381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057;p103">
            <a:extLst>
              <a:ext uri="{FF2B5EF4-FFF2-40B4-BE49-F238E27FC236}">
                <a16:creationId xmlns:a16="http://schemas.microsoft.com/office/drawing/2014/main" id="{52ACBE91-E23B-7DFE-98EC-920E391CA2C0}"/>
              </a:ext>
            </a:extLst>
          </p:cNvPr>
          <p:cNvSpPr/>
          <p:nvPr/>
        </p:nvSpPr>
        <p:spPr>
          <a:xfrm flipH="1">
            <a:off x="6000489" y="3203125"/>
            <a:ext cx="2445049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dirty="0">
                <a:latin typeface="Montserrat" panose="00000500000000000000" pitchFamily="2" charset="0"/>
              </a:rPr>
              <a:t>Scalability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5" name="Google Shape;3060;p103">
            <a:extLst>
              <a:ext uri="{FF2B5EF4-FFF2-40B4-BE49-F238E27FC236}">
                <a16:creationId xmlns:a16="http://schemas.microsoft.com/office/drawing/2014/main" id="{4DB113D9-1285-A570-B438-2C4B616E6475}"/>
              </a:ext>
            </a:extLst>
          </p:cNvPr>
          <p:cNvSpPr/>
          <p:nvPr/>
        </p:nvSpPr>
        <p:spPr>
          <a:xfrm flipH="1">
            <a:off x="6008068" y="3211294"/>
            <a:ext cx="338100" cy="3381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057;p103">
            <a:extLst>
              <a:ext uri="{FF2B5EF4-FFF2-40B4-BE49-F238E27FC236}">
                <a16:creationId xmlns:a16="http://schemas.microsoft.com/office/drawing/2014/main" id="{BDB3FB36-F6AD-9C04-31B3-20ECB14C4B69}"/>
              </a:ext>
            </a:extLst>
          </p:cNvPr>
          <p:cNvSpPr/>
          <p:nvPr/>
        </p:nvSpPr>
        <p:spPr>
          <a:xfrm flipH="1">
            <a:off x="5992911" y="2177345"/>
            <a:ext cx="2445051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      Compatibility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7" name="Google Shape;3060;p103">
            <a:extLst>
              <a:ext uri="{FF2B5EF4-FFF2-40B4-BE49-F238E27FC236}">
                <a16:creationId xmlns:a16="http://schemas.microsoft.com/office/drawing/2014/main" id="{7254AC55-EEF1-C2B4-A362-1F6FFA10E294}"/>
              </a:ext>
            </a:extLst>
          </p:cNvPr>
          <p:cNvSpPr/>
          <p:nvPr/>
        </p:nvSpPr>
        <p:spPr>
          <a:xfrm flipH="1" flipV="1">
            <a:off x="6008068" y="2168351"/>
            <a:ext cx="338100" cy="347094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83"/>
          <p:cNvSpPr txBox="1">
            <a:spLocks noGrp="1"/>
          </p:cNvSpPr>
          <p:nvPr>
            <p:ph type="title"/>
          </p:nvPr>
        </p:nvSpPr>
        <p:spPr>
          <a:xfrm>
            <a:off x="661975" y="285749"/>
            <a:ext cx="7704000" cy="572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</a:t>
            </a:r>
            <a:endParaRPr dirty="0"/>
          </a:p>
        </p:txBody>
      </p:sp>
      <p:sp>
        <p:nvSpPr>
          <p:cNvPr id="1966" name="Google Shape;1966;p8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8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9A09C2-840B-8641-AF6A-FEB38CF05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37" y="951737"/>
            <a:ext cx="5349556" cy="3706225"/>
          </a:xfrm>
          <a:prstGeom prst="rect">
            <a:avLst/>
          </a:prstGeom>
        </p:spPr>
      </p:pic>
      <p:sp>
        <p:nvSpPr>
          <p:cNvPr id="6" name="Google Shape;3379;p109">
            <a:extLst>
              <a:ext uri="{FF2B5EF4-FFF2-40B4-BE49-F238E27FC236}">
                <a16:creationId xmlns:a16="http://schemas.microsoft.com/office/drawing/2014/main" id="{BBF67EB7-F6B5-21CE-114B-A108A041DCE1}"/>
              </a:ext>
            </a:extLst>
          </p:cNvPr>
          <p:cNvSpPr/>
          <p:nvPr/>
        </p:nvSpPr>
        <p:spPr>
          <a:xfrm>
            <a:off x="6450633" y="2398950"/>
            <a:ext cx="2022396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83"/>
          <p:cNvSpPr txBox="1">
            <a:spLocks noGrp="1"/>
          </p:cNvSpPr>
          <p:nvPr>
            <p:ph type="title"/>
          </p:nvPr>
        </p:nvSpPr>
        <p:spPr>
          <a:xfrm>
            <a:off x="661975" y="285749"/>
            <a:ext cx="7704000" cy="572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</a:t>
            </a:r>
            <a:endParaRPr dirty="0"/>
          </a:p>
        </p:txBody>
      </p:sp>
      <p:sp>
        <p:nvSpPr>
          <p:cNvPr id="1966" name="Google Shape;1966;p8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8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379;p109">
            <a:extLst>
              <a:ext uri="{FF2B5EF4-FFF2-40B4-BE49-F238E27FC236}">
                <a16:creationId xmlns:a16="http://schemas.microsoft.com/office/drawing/2014/main" id="{BBF67EB7-F6B5-21CE-114B-A108A041DCE1}"/>
              </a:ext>
            </a:extLst>
          </p:cNvPr>
          <p:cNvSpPr/>
          <p:nvPr/>
        </p:nvSpPr>
        <p:spPr>
          <a:xfrm>
            <a:off x="6450633" y="2398950"/>
            <a:ext cx="2022396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Use-Case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AA03F-6540-815D-3363-95C353B31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99" y="902626"/>
            <a:ext cx="5255776" cy="36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2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109"/>
          <p:cNvSpPr/>
          <p:nvPr/>
        </p:nvSpPr>
        <p:spPr>
          <a:xfrm>
            <a:off x="5674352" y="2759499"/>
            <a:ext cx="2082544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Chats</a:t>
            </a:r>
          </a:p>
        </p:txBody>
      </p:sp>
      <p:sp>
        <p:nvSpPr>
          <p:cNvPr id="3378" name="Google Shape;3378;p109"/>
          <p:cNvSpPr/>
          <p:nvPr/>
        </p:nvSpPr>
        <p:spPr>
          <a:xfrm>
            <a:off x="3258151" y="929777"/>
            <a:ext cx="2082545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 Interface</a:t>
            </a:r>
          </a:p>
        </p:txBody>
      </p:sp>
      <p:sp>
        <p:nvSpPr>
          <p:cNvPr id="3379" name="Google Shape;3379;p109"/>
          <p:cNvSpPr/>
          <p:nvPr/>
        </p:nvSpPr>
        <p:spPr>
          <a:xfrm>
            <a:off x="958006" y="2752624"/>
            <a:ext cx="2082543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EHR Management</a:t>
            </a:r>
          </a:p>
        </p:txBody>
      </p:sp>
      <p:sp>
        <p:nvSpPr>
          <p:cNvPr id="3380" name="Google Shape;3380;p109"/>
          <p:cNvSpPr txBox="1">
            <a:spLocks noGrp="1"/>
          </p:cNvSpPr>
          <p:nvPr>
            <p:ph type="title"/>
          </p:nvPr>
        </p:nvSpPr>
        <p:spPr>
          <a:xfrm>
            <a:off x="579930" y="27983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Layer Architecture</a:t>
            </a:r>
            <a:endParaRPr dirty="0"/>
          </a:p>
        </p:txBody>
      </p:sp>
      <p:sp>
        <p:nvSpPr>
          <p:cNvPr id="3404" name="Google Shape;3404;p109"/>
          <p:cNvSpPr/>
          <p:nvPr/>
        </p:nvSpPr>
        <p:spPr>
          <a:xfrm>
            <a:off x="3263405" y="2123528"/>
            <a:ext cx="2082544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 Login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6" name="Google Shape;3406;p109"/>
          <p:cNvSpPr/>
          <p:nvPr/>
        </p:nvSpPr>
        <p:spPr>
          <a:xfrm>
            <a:off x="3263405" y="3488376"/>
            <a:ext cx="2077291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Django Forms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7" name="Google Shape;3407;p109"/>
          <p:cNvSpPr/>
          <p:nvPr/>
        </p:nvSpPr>
        <p:spPr>
          <a:xfrm>
            <a:off x="3263406" y="1558635"/>
            <a:ext cx="2082545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Registration/Login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8" name="Google Shape;3408;p109"/>
          <p:cNvSpPr/>
          <p:nvPr/>
        </p:nvSpPr>
        <p:spPr>
          <a:xfrm>
            <a:off x="3301031" y="2759499"/>
            <a:ext cx="2077291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Appointments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7" name="Google Shape;3447;p109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8" name="Google Shape;3448;p109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9" name="Google Shape;3449;p109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0" name="Google Shape;3450;p109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375;p109">
            <a:extLst>
              <a:ext uri="{FF2B5EF4-FFF2-40B4-BE49-F238E27FC236}">
                <a16:creationId xmlns:a16="http://schemas.microsoft.com/office/drawing/2014/main" id="{B85EA55C-48A0-E1BB-C355-16B3DC8379F8}"/>
              </a:ext>
            </a:extLst>
          </p:cNvPr>
          <p:cNvSpPr/>
          <p:nvPr/>
        </p:nvSpPr>
        <p:spPr>
          <a:xfrm>
            <a:off x="3258151" y="4199544"/>
            <a:ext cx="2077291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Montserrat"/>
                <a:sym typeface="Montserrat"/>
              </a:rPr>
              <a:t>Database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D1A939-3D88-00AE-9578-C2AAF13E9E80}"/>
              </a:ext>
            </a:extLst>
          </p:cNvPr>
          <p:cNvGrpSpPr/>
          <p:nvPr/>
        </p:nvGrpSpPr>
        <p:grpSpPr>
          <a:xfrm rot="5400000">
            <a:off x="4123737" y="1338972"/>
            <a:ext cx="290756" cy="148569"/>
            <a:chOff x="2794099" y="1717163"/>
            <a:chExt cx="538269" cy="629673"/>
          </a:xfrm>
        </p:grpSpPr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68D5FB8D-FDBD-577F-1C86-E4A4CF0F0161}"/>
                </a:ext>
              </a:extLst>
            </p:cNvPr>
            <p:cNvSpPr/>
            <p:nvPr/>
          </p:nvSpPr>
          <p:spPr>
            <a:xfrm>
              <a:off x="2794099" y="1717163"/>
              <a:ext cx="538269" cy="62967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ight Arrow 4">
              <a:extLst>
                <a:ext uri="{FF2B5EF4-FFF2-40B4-BE49-F238E27FC236}">
                  <a16:creationId xmlns:a16="http://schemas.microsoft.com/office/drawing/2014/main" id="{E83A4E71-225D-E915-D785-34F983DE3880}"/>
                </a:ext>
              </a:extLst>
            </p:cNvPr>
            <p:cNvSpPr txBox="1"/>
            <p:nvPr/>
          </p:nvSpPr>
          <p:spPr>
            <a:xfrm>
              <a:off x="2794099" y="1843098"/>
              <a:ext cx="376788" cy="377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800" kern="120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1C81B54-A1D1-8806-C772-7DE13691C8A4}"/>
              </a:ext>
            </a:extLst>
          </p:cNvPr>
          <p:cNvGrpSpPr/>
          <p:nvPr/>
        </p:nvGrpSpPr>
        <p:grpSpPr>
          <a:xfrm rot="5400000">
            <a:off x="4163127" y="1925035"/>
            <a:ext cx="240075" cy="148569"/>
            <a:chOff x="2794099" y="1717163"/>
            <a:chExt cx="538269" cy="629673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2C8106BA-E769-420A-622D-355708C99B7A}"/>
                </a:ext>
              </a:extLst>
            </p:cNvPr>
            <p:cNvSpPr/>
            <p:nvPr/>
          </p:nvSpPr>
          <p:spPr>
            <a:xfrm>
              <a:off x="2794099" y="1717163"/>
              <a:ext cx="538269" cy="62967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ight Arrow 4">
              <a:extLst>
                <a:ext uri="{FF2B5EF4-FFF2-40B4-BE49-F238E27FC236}">
                  <a16:creationId xmlns:a16="http://schemas.microsoft.com/office/drawing/2014/main" id="{7DC3A36E-B75B-F99F-2CF8-CE99D3279E6F}"/>
                </a:ext>
              </a:extLst>
            </p:cNvPr>
            <p:cNvSpPr txBox="1"/>
            <p:nvPr/>
          </p:nvSpPr>
          <p:spPr>
            <a:xfrm>
              <a:off x="2794099" y="1843098"/>
              <a:ext cx="376788" cy="377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800" kern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6B41F8-2A38-A431-BC4D-6A8F881E71E0}"/>
              </a:ext>
            </a:extLst>
          </p:cNvPr>
          <p:cNvGrpSpPr/>
          <p:nvPr/>
        </p:nvGrpSpPr>
        <p:grpSpPr>
          <a:xfrm rot="5400000">
            <a:off x="4151417" y="2528553"/>
            <a:ext cx="290756" cy="148569"/>
            <a:chOff x="2794099" y="1717163"/>
            <a:chExt cx="538269" cy="629673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129F28C8-AA76-2CEA-16EC-6EC6415B2AFB}"/>
                </a:ext>
              </a:extLst>
            </p:cNvPr>
            <p:cNvSpPr/>
            <p:nvPr/>
          </p:nvSpPr>
          <p:spPr>
            <a:xfrm>
              <a:off x="2794099" y="1717163"/>
              <a:ext cx="538269" cy="62967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ight Arrow 4">
              <a:extLst>
                <a:ext uri="{FF2B5EF4-FFF2-40B4-BE49-F238E27FC236}">
                  <a16:creationId xmlns:a16="http://schemas.microsoft.com/office/drawing/2014/main" id="{99F86905-1010-AEFD-1F3A-6FA67FFD42BA}"/>
                </a:ext>
              </a:extLst>
            </p:cNvPr>
            <p:cNvSpPr txBox="1"/>
            <p:nvPr/>
          </p:nvSpPr>
          <p:spPr>
            <a:xfrm>
              <a:off x="2794099" y="1843098"/>
              <a:ext cx="376788" cy="377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800" kern="1200"/>
            </a:p>
          </p:txBody>
        </p:sp>
      </p:grpSp>
      <p:sp>
        <p:nvSpPr>
          <p:cNvPr id="47" name="Bent Up Arrow 46">
            <a:extLst>
              <a:ext uri="{FF2B5EF4-FFF2-40B4-BE49-F238E27FC236}">
                <a16:creationId xmlns:a16="http://schemas.microsoft.com/office/drawing/2014/main" id="{A026197B-1EF5-454A-931A-665B9E5AC33C}"/>
              </a:ext>
            </a:extLst>
          </p:cNvPr>
          <p:cNvSpPr/>
          <p:nvPr/>
        </p:nvSpPr>
        <p:spPr>
          <a:xfrm rot="10800000" flipH="1">
            <a:off x="5322116" y="2266822"/>
            <a:ext cx="1496569" cy="463548"/>
          </a:xfrm>
          <a:prstGeom prst="bentUpArrow">
            <a:avLst>
              <a:gd name="adj1" fmla="val 25000"/>
              <a:gd name="adj2" fmla="val 26642"/>
              <a:gd name="adj3" fmla="val 25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8" name="Bent Up Arrow 47">
            <a:extLst>
              <a:ext uri="{FF2B5EF4-FFF2-40B4-BE49-F238E27FC236}">
                <a16:creationId xmlns:a16="http://schemas.microsoft.com/office/drawing/2014/main" id="{C0AC3B7B-3F7C-4B00-D281-CC11D2404C28}"/>
              </a:ext>
            </a:extLst>
          </p:cNvPr>
          <p:cNvSpPr/>
          <p:nvPr/>
        </p:nvSpPr>
        <p:spPr>
          <a:xfrm flipH="1" flipV="1">
            <a:off x="1843935" y="2248494"/>
            <a:ext cx="1414215" cy="488556"/>
          </a:xfrm>
          <a:prstGeom prst="bentUpArrow">
            <a:avLst>
              <a:gd name="adj1" fmla="val 25000"/>
              <a:gd name="adj2" fmla="val 26642"/>
              <a:gd name="adj3" fmla="val 25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4E086F6-0AD6-630F-4AEF-C08A6F38697C}"/>
              </a:ext>
            </a:extLst>
          </p:cNvPr>
          <p:cNvGrpSpPr/>
          <p:nvPr/>
        </p:nvGrpSpPr>
        <p:grpSpPr>
          <a:xfrm rot="5400000">
            <a:off x="4101277" y="3218575"/>
            <a:ext cx="391035" cy="148569"/>
            <a:chOff x="2794099" y="1717163"/>
            <a:chExt cx="538269" cy="629673"/>
          </a:xfrm>
        </p:grpSpPr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7D4531E4-91DF-A75C-F6B7-C313AB772036}"/>
                </a:ext>
              </a:extLst>
            </p:cNvPr>
            <p:cNvSpPr/>
            <p:nvPr/>
          </p:nvSpPr>
          <p:spPr>
            <a:xfrm>
              <a:off x="2794099" y="1717163"/>
              <a:ext cx="538269" cy="62967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ight Arrow 4">
              <a:extLst>
                <a:ext uri="{FF2B5EF4-FFF2-40B4-BE49-F238E27FC236}">
                  <a16:creationId xmlns:a16="http://schemas.microsoft.com/office/drawing/2014/main" id="{CCF64785-5919-C81A-0762-69A2EE9A308C}"/>
                </a:ext>
              </a:extLst>
            </p:cNvPr>
            <p:cNvSpPr txBox="1"/>
            <p:nvPr/>
          </p:nvSpPr>
          <p:spPr>
            <a:xfrm>
              <a:off x="2794099" y="1843098"/>
              <a:ext cx="376788" cy="377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800" kern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7BC1314-3026-9741-F56E-440C619770D0}"/>
              </a:ext>
            </a:extLst>
          </p:cNvPr>
          <p:cNvGrpSpPr/>
          <p:nvPr/>
        </p:nvGrpSpPr>
        <p:grpSpPr>
          <a:xfrm rot="5400000">
            <a:off x="4109248" y="3944012"/>
            <a:ext cx="390855" cy="148568"/>
            <a:chOff x="2794094" y="1717163"/>
            <a:chExt cx="538274" cy="629673"/>
          </a:xfrm>
        </p:grpSpPr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2E475FC6-5A6F-8EB2-F49C-E476E462DDD7}"/>
                </a:ext>
              </a:extLst>
            </p:cNvPr>
            <p:cNvSpPr/>
            <p:nvPr/>
          </p:nvSpPr>
          <p:spPr>
            <a:xfrm>
              <a:off x="2794099" y="1717163"/>
              <a:ext cx="538269" cy="62967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ight Arrow 4">
              <a:extLst>
                <a:ext uri="{FF2B5EF4-FFF2-40B4-BE49-F238E27FC236}">
                  <a16:creationId xmlns:a16="http://schemas.microsoft.com/office/drawing/2014/main" id="{F76F2504-1391-0A60-8665-11E100DE8A3F}"/>
                </a:ext>
              </a:extLst>
            </p:cNvPr>
            <p:cNvSpPr txBox="1"/>
            <p:nvPr/>
          </p:nvSpPr>
          <p:spPr>
            <a:xfrm>
              <a:off x="2794094" y="1843104"/>
              <a:ext cx="376787" cy="3778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800" kern="1200" dirty="0"/>
            </a:p>
          </p:txBody>
        </p:sp>
      </p:grpSp>
      <p:sp>
        <p:nvSpPr>
          <p:cNvPr id="2" name="Bent Up Arrow 1">
            <a:extLst>
              <a:ext uri="{FF2B5EF4-FFF2-40B4-BE49-F238E27FC236}">
                <a16:creationId xmlns:a16="http://schemas.microsoft.com/office/drawing/2014/main" id="{082F9E1D-39B2-E7C6-5592-11F406B4C833}"/>
              </a:ext>
            </a:extLst>
          </p:cNvPr>
          <p:cNvSpPr/>
          <p:nvPr/>
        </p:nvSpPr>
        <p:spPr>
          <a:xfrm rot="16200000" flipH="1" flipV="1">
            <a:off x="2249739" y="2734918"/>
            <a:ext cx="671828" cy="1344992"/>
          </a:xfrm>
          <a:prstGeom prst="bentUpArrow">
            <a:avLst>
              <a:gd name="adj1" fmla="val 11056"/>
              <a:gd name="adj2" fmla="val 15867"/>
              <a:gd name="adj3" fmla="val 2246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Bent Up Arrow 3">
            <a:extLst>
              <a:ext uri="{FF2B5EF4-FFF2-40B4-BE49-F238E27FC236}">
                <a16:creationId xmlns:a16="http://schemas.microsoft.com/office/drawing/2014/main" id="{EEA4EB62-F91D-FF21-4637-BC1746FD2D3D}"/>
              </a:ext>
            </a:extLst>
          </p:cNvPr>
          <p:cNvSpPr/>
          <p:nvPr/>
        </p:nvSpPr>
        <p:spPr>
          <a:xfrm rot="5400000" flipV="1">
            <a:off x="5740267" y="2703025"/>
            <a:ext cx="631611" cy="1420246"/>
          </a:xfrm>
          <a:prstGeom prst="bentUpArrow">
            <a:avLst>
              <a:gd name="adj1" fmla="val 11056"/>
              <a:gd name="adj2" fmla="val 15867"/>
              <a:gd name="adj3" fmla="val 2246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5" name="Google Shape;3817;p115">
            <a:extLst>
              <a:ext uri="{FF2B5EF4-FFF2-40B4-BE49-F238E27FC236}">
                <a16:creationId xmlns:a16="http://schemas.microsoft.com/office/drawing/2014/main" id="{8602FD77-A802-031C-BD3D-9FA661D337ED}"/>
              </a:ext>
            </a:extLst>
          </p:cNvPr>
          <p:cNvGrpSpPr/>
          <p:nvPr/>
        </p:nvGrpSpPr>
        <p:grpSpPr>
          <a:xfrm>
            <a:off x="598997" y="1098827"/>
            <a:ext cx="1675804" cy="560664"/>
            <a:chOff x="1326219" y="4083279"/>
            <a:chExt cx="1675804" cy="560664"/>
          </a:xfrm>
        </p:grpSpPr>
        <p:sp>
          <p:nvSpPr>
            <p:cNvPr id="6" name="Google Shape;3818;p115">
              <a:extLst>
                <a:ext uri="{FF2B5EF4-FFF2-40B4-BE49-F238E27FC236}">
                  <a16:creationId xmlns:a16="http://schemas.microsoft.com/office/drawing/2014/main" id="{1420F740-F07C-9FC7-246E-3211FB62692B}"/>
                </a:ext>
              </a:extLst>
            </p:cNvPr>
            <p:cNvSpPr/>
            <p:nvPr/>
          </p:nvSpPr>
          <p:spPr>
            <a:xfrm>
              <a:off x="1940024" y="4130367"/>
              <a:ext cx="978242" cy="44651"/>
            </a:xfrm>
            <a:custGeom>
              <a:avLst/>
              <a:gdLst/>
              <a:ahLst/>
              <a:cxnLst/>
              <a:rect l="l" t="t" r="r" b="b"/>
              <a:pathLst>
                <a:path w="36522" h="1667" extrusionOk="0">
                  <a:moveTo>
                    <a:pt x="1" y="0"/>
                  </a:moveTo>
                  <a:lnTo>
                    <a:pt x="1" y="1666"/>
                  </a:lnTo>
                  <a:lnTo>
                    <a:pt x="36521" y="1666"/>
                  </a:lnTo>
                  <a:lnTo>
                    <a:pt x="36521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19;p115">
              <a:extLst>
                <a:ext uri="{FF2B5EF4-FFF2-40B4-BE49-F238E27FC236}">
                  <a16:creationId xmlns:a16="http://schemas.microsoft.com/office/drawing/2014/main" id="{817F1301-5ED9-9B20-CB5F-1C0278850DB1}"/>
                </a:ext>
              </a:extLst>
            </p:cNvPr>
            <p:cNvSpPr/>
            <p:nvPr/>
          </p:nvSpPr>
          <p:spPr>
            <a:xfrm>
              <a:off x="1940024" y="4130367"/>
              <a:ext cx="429230" cy="44651"/>
            </a:xfrm>
            <a:custGeom>
              <a:avLst/>
              <a:gdLst/>
              <a:ahLst/>
              <a:cxnLst/>
              <a:rect l="l" t="t" r="r" b="b"/>
              <a:pathLst>
                <a:path w="16025" h="1667" extrusionOk="0">
                  <a:moveTo>
                    <a:pt x="16024" y="1666"/>
                  </a:moveTo>
                  <a:lnTo>
                    <a:pt x="1" y="1666"/>
                  </a:lnTo>
                  <a:lnTo>
                    <a:pt x="1" y="0"/>
                  </a:lnTo>
                  <a:lnTo>
                    <a:pt x="16024" y="0"/>
                  </a:lnTo>
                  <a:close/>
                </a:path>
              </a:pathLst>
            </a:custGeom>
            <a:solidFill>
              <a:srgbClr val="FF957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20;p115">
              <a:extLst>
                <a:ext uri="{FF2B5EF4-FFF2-40B4-BE49-F238E27FC236}">
                  <a16:creationId xmlns:a16="http://schemas.microsoft.com/office/drawing/2014/main" id="{9EA80D87-FA84-6498-0846-2F8444804F45}"/>
                </a:ext>
              </a:extLst>
            </p:cNvPr>
            <p:cNvSpPr/>
            <p:nvPr/>
          </p:nvSpPr>
          <p:spPr>
            <a:xfrm>
              <a:off x="1326219" y="4083279"/>
              <a:ext cx="1675804" cy="560664"/>
            </a:xfrm>
            <a:custGeom>
              <a:avLst/>
              <a:gdLst/>
              <a:ahLst/>
              <a:cxnLst/>
              <a:rect l="l" t="t" r="r" b="b"/>
              <a:pathLst>
                <a:path w="62565" h="20932" extrusionOk="0">
                  <a:moveTo>
                    <a:pt x="60647" y="20931"/>
                  </a:moveTo>
                  <a:lnTo>
                    <a:pt x="1895" y="20931"/>
                  </a:lnTo>
                  <a:cubicBezTo>
                    <a:pt x="845" y="20931"/>
                    <a:pt x="0" y="20064"/>
                    <a:pt x="0" y="19014"/>
                  </a:cubicBezTo>
                  <a:lnTo>
                    <a:pt x="0" y="1895"/>
                  </a:lnTo>
                  <a:cubicBezTo>
                    <a:pt x="0" y="845"/>
                    <a:pt x="845" y="1"/>
                    <a:pt x="1895" y="1"/>
                  </a:cubicBezTo>
                  <a:lnTo>
                    <a:pt x="60647" y="1"/>
                  </a:lnTo>
                  <a:cubicBezTo>
                    <a:pt x="61720" y="1"/>
                    <a:pt x="62565" y="845"/>
                    <a:pt x="62565" y="1895"/>
                  </a:cubicBezTo>
                  <a:lnTo>
                    <a:pt x="62565" y="19014"/>
                  </a:lnTo>
                  <a:cubicBezTo>
                    <a:pt x="62565" y="20064"/>
                    <a:pt x="61720" y="20931"/>
                    <a:pt x="60647" y="20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" name="Google Shape;3821;p115">
              <a:extLst>
                <a:ext uri="{FF2B5EF4-FFF2-40B4-BE49-F238E27FC236}">
                  <a16:creationId xmlns:a16="http://schemas.microsoft.com/office/drawing/2014/main" id="{CA732234-A2AC-3C26-F611-3AE1772CD281}"/>
                </a:ext>
              </a:extLst>
            </p:cNvPr>
            <p:cNvGrpSpPr/>
            <p:nvPr/>
          </p:nvGrpSpPr>
          <p:grpSpPr>
            <a:xfrm rot="-5400000">
              <a:off x="1429967" y="4141212"/>
              <a:ext cx="445036" cy="445036"/>
              <a:chOff x="5289166" y="402821"/>
              <a:chExt cx="801000" cy="801000"/>
            </a:xfrm>
          </p:grpSpPr>
          <p:sp>
            <p:nvSpPr>
              <p:cNvPr id="28" name="Google Shape;3822;p115">
                <a:extLst>
                  <a:ext uri="{FF2B5EF4-FFF2-40B4-BE49-F238E27FC236}">
                    <a16:creationId xmlns:a16="http://schemas.microsoft.com/office/drawing/2014/main" id="{45E2C7D7-CA04-F72E-1820-A49401AB6698}"/>
                  </a:ext>
                </a:extLst>
              </p:cNvPr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3823;p115">
                <a:extLst>
                  <a:ext uri="{FF2B5EF4-FFF2-40B4-BE49-F238E27FC236}">
                    <a16:creationId xmlns:a16="http://schemas.microsoft.com/office/drawing/2014/main" id="{610CD892-9617-B76D-872C-71C4379CFCFE}"/>
                  </a:ext>
                </a:extLst>
              </p:cNvPr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3824;p115">
              <a:extLst>
                <a:ext uri="{FF2B5EF4-FFF2-40B4-BE49-F238E27FC236}">
                  <a16:creationId xmlns:a16="http://schemas.microsoft.com/office/drawing/2014/main" id="{1A89D67D-2BC8-5C56-2D85-702B8AE7BB03}"/>
                </a:ext>
              </a:extLst>
            </p:cNvPr>
            <p:cNvSpPr/>
            <p:nvPr/>
          </p:nvSpPr>
          <p:spPr>
            <a:xfrm>
              <a:off x="1985135" y="4199068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25;p115">
              <a:extLst>
                <a:ext uri="{FF2B5EF4-FFF2-40B4-BE49-F238E27FC236}">
                  <a16:creationId xmlns:a16="http://schemas.microsoft.com/office/drawing/2014/main" id="{6118937D-5DDA-EF47-B87A-9E6728E63F2D}"/>
                </a:ext>
              </a:extLst>
            </p:cNvPr>
            <p:cNvSpPr/>
            <p:nvPr/>
          </p:nvSpPr>
          <p:spPr>
            <a:xfrm>
              <a:off x="1985135" y="4329830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26;p115">
              <a:extLst>
                <a:ext uri="{FF2B5EF4-FFF2-40B4-BE49-F238E27FC236}">
                  <a16:creationId xmlns:a16="http://schemas.microsoft.com/office/drawing/2014/main" id="{13AB90D7-40DB-50C2-44A7-9BFDAFF07D44}"/>
                </a:ext>
              </a:extLst>
            </p:cNvPr>
            <p:cNvSpPr/>
            <p:nvPr/>
          </p:nvSpPr>
          <p:spPr>
            <a:xfrm>
              <a:off x="1985135" y="4460593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833;p115">
            <a:extLst>
              <a:ext uri="{FF2B5EF4-FFF2-40B4-BE49-F238E27FC236}">
                <a16:creationId xmlns:a16="http://schemas.microsoft.com/office/drawing/2014/main" id="{F2F21CF4-F8A2-CD21-1B0D-8DDA6CC60F7D}"/>
              </a:ext>
            </a:extLst>
          </p:cNvPr>
          <p:cNvGrpSpPr/>
          <p:nvPr/>
        </p:nvGrpSpPr>
        <p:grpSpPr>
          <a:xfrm>
            <a:off x="7753240" y="856767"/>
            <a:ext cx="606268" cy="384783"/>
            <a:chOff x="1779700" y="2799700"/>
            <a:chExt cx="835425" cy="530150"/>
          </a:xfrm>
        </p:grpSpPr>
        <p:sp>
          <p:nvSpPr>
            <p:cNvPr id="31" name="Google Shape;3834;p115">
              <a:extLst>
                <a:ext uri="{FF2B5EF4-FFF2-40B4-BE49-F238E27FC236}">
                  <a16:creationId xmlns:a16="http://schemas.microsoft.com/office/drawing/2014/main" id="{63569458-C0EA-74AB-33AF-9D7E2279FE08}"/>
                </a:ext>
              </a:extLst>
            </p:cNvPr>
            <p:cNvSpPr/>
            <p:nvPr/>
          </p:nvSpPr>
          <p:spPr>
            <a:xfrm>
              <a:off x="1779700" y="2799700"/>
              <a:ext cx="835425" cy="530150"/>
            </a:xfrm>
            <a:custGeom>
              <a:avLst/>
              <a:gdLst/>
              <a:ahLst/>
              <a:cxnLst/>
              <a:rect l="l" t="t" r="r" b="b"/>
              <a:pathLst>
                <a:path w="33417" h="21206" extrusionOk="0">
                  <a:moveTo>
                    <a:pt x="3835" y="1"/>
                  </a:moveTo>
                  <a:cubicBezTo>
                    <a:pt x="1713" y="1"/>
                    <a:pt x="1" y="1736"/>
                    <a:pt x="1" y="3836"/>
                  </a:cubicBezTo>
                  <a:lnTo>
                    <a:pt x="1" y="17371"/>
                  </a:lnTo>
                  <a:cubicBezTo>
                    <a:pt x="1" y="19494"/>
                    <a:pt x="1713" y="21206"/>
                    <a:pt x="3835" y="21206"/>
                  </a:cubicBezTo>
                  <a:lnTo>
                    <a:pt x="29582" y="21206"/>
                  </a:lnTo>
                  <a:cubicBezTo>
                    <a:pt x="31705" y="21206"/>
                    <a:pt x="33417" y="19494"/>
                    <a:pt x="33417" y="17371"/>
                  </a:cubicBezTo>
                  <a:lnTo>
                    <a:pt x="33417" y="3836"/>
                  </a:lnTo>
                  <a:cubicBezTo>
                    <a:pt x="33417" y="1736"/>
                    <a:pt x="31705" y="1"/>
                    <a:pt x="29582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35;p115">
              <a:extLst>
                <a:ext uri="{FF2B5EF4-FFF2-40B4-BE49-F238E27FC236}">
                  <a16:creationId xmlns:a16="http://schemas.microsoft.com/office/drawing/2014/main" id="{AD1C56D7-5100-35D4-B8EB-E7B46B6B0173}"/>
                </a:ext>
              </a:extLst>
            </p:cNvPr>
            <p:cNvSpPr/>
            <p:nvPr/>
          </p:nvSpPr>
          <p:spPr>
            <a:xfrm>
              <a:off x="2013650" y="2880750"/>
              <a:ext cx="368100" cy="368075"/>
            </a:xfrm>
            <a:custGeom>
              <a:avLst/>
              <a:gdLst/>
              <a:ahLst/>
              <a:cxnLst/>
              <a:rect l="l" t="t" r="r" b="b"/>
              <a:pathLst>
                <a:path w="14724" h="14723" extrusionOk="0">
                  <a:moveTo>
                    <a:pt x="7351" y="0"/>
                  </a:moveTo>
                  <a:cubicBezTo>
                    <a:pt x="3288" y="0"/>
                    <a:pt x="1" y="3287"/>
                    <a:pt x="1" y="7373"/>
                  </a:cubicBezTo>
                  <a:cubicBezTo>
                    <a:pt x="1" y="11436"/>
                    <a:pt x="3288" y="14722"/>
                    <a:pt x="7351" y="14722"/>
                  </a:cubicBezTo>
                  <a:cubicBezTo>
                    <a:pt x="11414" y="14722"/>
                    <a:pt x="14723" y="11436"/>
                    <a:pt x="14723" y="7373"/>
                  </a:cubicBezTo>
                  <a:cubicBezTo>
                    <a:pt x="14723" y="3287"/>
                    <a:pt x="11414" y="0"/>
                    <a:pt x="7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36;p115">
              <a:extLst>
                <a:ext uri="{FF2B5EF4-FFF2-40B4-BE49-F238E27FC236}">
                  <a16:creationId xmlns:a16="http://schemas.microsoft.com/office/drawing/2014/main" id="{86D05160-77D3-833E-4B88-A83A3EB4CF3C}"/>
                </a:ext>
              </a:extLst>
            </p:cNvPr>
            <p:cNvSpPr/>
            <p:nvPr/>
          </p:nvSpPr>
          <p:spPr>
            <a:xfrm>
              <a:off x="2116075" y="2970325"/>
              <a:ext cx="163225" cy="188900"/>
            </a:xfrm>
            <a:custGeom>
              <a:avLst/>
              <a:gdLst/>
              <a:ahLst/>
              <a:cxnLst/>
              <a:rect l="l" t="t" r="r" b="b"/>
              <a:pathLst>
                <a:path w="6529" h="7556" extrusionOk="0">
                  <a:moveTo>
                    <a:pt x="1" y="1"/>
                  </a:moveTo>
                  <a:lnTo>
                    <a:pt x="1" y="7556"/>
                  </a:lnTo>
                  <a:lnTo>
                    <a:pt x="6529" y="3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852;p115">
            <a:extLst>
              <a:ext uri="{FF2B5EF4-FFF2-40B4-BE49-F238E27FC236}">
                <a16:creationId xmlns:a16="http://schemas.microsoft.com/office/drawing/2014/main" id="{E972316A-B1A2-1039-F795-D274772628A5}"/>
              </a:ext>
            </a:extLst>
          </p:cNvPr>
          <p:cNvGrpSpPr/>
          <p:nvPr/>
        </p:nvGrpSpPr>
        <p:grpSpPr>
          <a:xfrm>
            <a:off x="7221275" y="4227907"/>
            <a:ext cx="942039" cy="294615"/>
            <a:chOff x="3132100" y="1876425"/>
            <a:chExt cx="985500" cy="308175"/>
          </a:xfrm>
        </p:grpSpPr>
        <p:sp>
          <p:nvSpPr>
            <p:cNvPr id="35" name="Google Shape;3853;p115">
              <a:extLst>
                <a:ext uri="{FF2B5EF4-FFF2-40B4-BE49-F238E27FC236}">
                  <a16:creationId xmlns:a16="http://schemas.microsoft.com/office/drawing/2014/main" id="{AC202EBF-2192-FA2C-8F8D-C96AFF5F85DB}"/>
                </a:ext>
              </a:extLst>
            </p:cNvPr>
            <p:cNvSpPr/>
            <p:nvPr/>
          </p:nvSpPr>
          <p:spPr>
            <a:xfrm>
              <a:off x="3132100" y="1876425"/>
              <a:ext cx="985500" cy="308175"/>
            </a:xfrm>
            <a:custGeom>
              <a:avLst/>
              <a:gdLst/>
              <a:ahLst/>
              <a:cxnLst/>
              <a:rect l="l" t="t" r="r" b="b"/>
              <a:pathLst>
                <a:path w="39420" h="12327" extrusionOk="0">
                  <a:moveTo>
                    <a:pt x="2785" y="1"/>
                  </a:moveTo>
                  <a:cubicBezTo>
                    <a:pt x="1256" y="1"/>
                    <a:pt x="1" y="1256"/>
                    <a:pt x="1" y="2808"/>
                  </a:cubicBezTo>
                  <a:lnTo>
                    <a:pt x="1" y="9542"/>
                  </a:lnTo>
                  <a:cubicBezTo>
                    <a:pt x="1" y="11071"/>
                    <a:pt x="1256" y="12326"/>
                    <a:pt x="2785" y="12326"/>
                  </a:cubicBezTo>
                  <a:lnTo>
                    <a:pt x="36635" y="12326"/>
                  </a:lnTo>
                  <a:cubicBezTo>
                    <a:pt x="38187" y="12326"/>
                    <a:pt x="39420" y="11071"/>
                    <a:pt x="39420" y="9542"/>
                  </a:cubicBezTo>
                  <a:lnTo>
                    <a:pt x="39420" y="2808"/>
                  </a:lnTo>
                  <a:cubicBezTo>
                    <a:pt x="39420" y="1256"/>
                    <a:pt x="38187" y="1"/>
                    <a:pt x="36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854;p115">
              <a:extLst>
                <a:ext uri="{FF2B5EF4-FFF2-40B4-BE49-F238E27FC236}">
                  <a16:creationId xmlns:a16="http://schemas.microsoft.com/office/drawing/2014/main" id="{90484D90-2F60-10E4-494D-D15452AF3FC2}"/>
                </a:ext>
              </a:extLst>
            </p:cNvPr>
            <p:cNvSpPr/>
            <p:nvPr/>
          </p:nvSpPr>
          <p:spPr>
            <a:xfrm>
              <a:off x="3339250" y="1947750"/>
              <a:ext cx="571225" cy="53675"/>
            </a:xfrm>
            <a:custGeom>
              <a:avLst/>
              <a:gdLst/>
              <a:ahLst/>
              <a:cxnLst/>
              <a:rect l="l" t="t" r="r" b="b"/>
              <a:pathLst>
                <a:path w="22849" h="2147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667"/>
                    <a:pt x="480" y="2146"/>
                    <a:pt x="1073" y="2146"/>
                  </a:cubicBezTo>
                  <a:lnTo>
                    <a:pt x="21776" y="2146"/>
                  </a:lnTo>
                  <a:cubicBezTo>
                    <a:pt x="22369" y="2146"/>
                    <a:pt x="22848" y="1667"/>
                    <a:pt x="22848" y="1074"/>
                  </a:cubicBezTo>
                  <a:cubicBezTo>
                    <a:pt x="22848" y="480"/>
                    <a:pt x="22369" y="1"/>
                    <a:pt x="217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55;p115">
              <a:extLst>
                <a:ext uri="{FF2B5EF4-FFF2-40B4-BE49-F238E27FC236}">
                  <a16:creationId xmlns:a16="http://schemas.microsoft.com/office/drawing/2014/main" id="{897D41ED-635D-65E0-36F9-2482D2A1D6B5}"/>
                </a:ext>
              </a:extLst>
            </p:cNvPr>
            <p:cNvSpPr/>
            <p:nvPr/>
          </p:nvSpPr>
          <p:spPr>
            <a:xfrm>
              <a:off x="3476775" y="2063025"/>
              <a:ext cx="296175" cy="53100"/>
            </a:xfrm>
            <a:custGeom>
              <a:avLst/>
              <a:gdLst/>
              <a:ahLst/>
              <a:cxnLst/>
              <a:rect l="l" t="t" r="r" b="b"/>
              <a:pathLst>
                <a:path w="11847" h="2124" extrusionOk="0">
                  <a:moveTo>
                    <a:pt x="1073" y="0"/>
                  </a:moveTo>
                  <a:cubicBezTo>
                    <a:pt x="479" y="0"/>
                    <a:pt x="0" y="480"/>
                    <a:pt x="0" y="1050"/>
                  </a:cubicBezTo>
                  <a:cubicBezTo>
                    <a:pt x="0" y="1644"/>
                    <a:pt x="479" y="2123"/>
                    <a:pt x="1073" y="2123"/>
                  </a:cubicBezTo>
                  <a:lnTo>
                    <a:pt x="10774" y="2123"/>
                  </a:lnTo>
                  <a:cubicBezTo>
                    <a:pt x="11367" y="2123"/>
                    <a:pt x="11846" y="1644"/>
                    <a:pt x="11846" y="1050"/>
                  </a:cubicBezTo>
                  <a:cubicBezTo>
                    <a:pt x="11846" y="480"/>
                    <a:pt x="11367" y="0"/>
                    <a:pt x="107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115"/>
          <p:cNvSpPr txBox="1">
            <a:spLocks noGrp="1"/>
          </p:cNvSpPr>
          <p:nvPr>
            <p:ph type="title"/>
          </p:nvPr>
        </p:nvSpPr>
        <p:spPr>
          <a:xfrm>
            <a:off x="1617040" y="1739750"/>
            <a:ext cx="5620849" cy="16495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PK" dirty="0"/>
              <a:t>Implementation Screenshots</a:t>
            </a:r>
            <a:endParaRPr dirty="0"/>
          </a:p>
        </p:txBody>
      </p:sp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5" name="Google Shape;3805;p115"/>
          <p:cNvGrpSpPr/>
          <p:nvPr/>
        </p:nvGrpSpPr>
        <p:grpSpPr>
          <a:xfrm>
            <a:off x="1174307" y="3130680"/>
            <a:ext cx="637081" cy="1133514"/>
            <a:chOff x="1609282" y="5092055"/>
            <a:chExt cx="637081" cy="1133514"/>
          </a:xfrm>
        </p:grpSpPr>
        <p:sp>
          <p:nvSpPr>
            <p:cNvPr id="3806" name="Google Shape;3806;p115"/>
            <p:cNvSpPr/>
            <p:nvPr/>
          </p:nvSpPr>
          <p:spPr>
            <a:xfrm>
              <a:off x="1609282" y="5092055"/>
              <a:ext cx="375847" cy="809523"/>
            </a:xfrm>
            <a:custGeom>
              <a:avLst/>
              <a:gdLst/>
              <a:ahLst/>
              <a:cxnLst/>
              <a:rect l="l" t="t" r="r" b="b"/>
              <a:pathLst>
                <a:path w="14032" h="30223" extrusionOk="0">
                  <a:moveTo>
                    <a:pt x="8091" y="0"/>
                  </a:moveTo>
                  <a:cubicBezTo>
                    <a:pt x="7784" y="0"/>
                    <a:pt x="7471" y="83"/>
                    <a:pt x="7168" y="274"/>
                  </a:cubicBezTo>
                  <a:cubicBezTo>
                    <a:pt x="5638" y="1210"/>
                    <a:pt x="6529" y="2922"/>
                    <a:pt x="5935" y="4223"/>
                  </a:cubicBezTo>
                  <a:cubicBezTo>
                    <a:pt x="5387" y="5433"/>
                    <a:pt x="3767" y="5958"/>
                    <a:pt x="3379" y="7259"/>
                  </a:cubicBezTo>
                  <a:cubicBezTo>
                    <a:pt x="2922" y="8742"/>
                    <a:pt x="3767" y="10386"/>
                    <a:pt x="3538" y="11892"/>
                  </a:cubicBezTo>
                  <a:cubicBezTo>
                    <a:pt x="3401" y="12851"/>
                    <a:pt x="2854" y="13513"/>
                    <a:pt x="2100" y="14175"/>
                  </a:cubicBezTo>
                  <a:cubicBezTo>
                    <a:pt x="1598" y="14631"/>
                    <a:pt x="1119" y="15088"/>
                    <a:pt x="913" y="15704"/>
                  </a:cubicBezTo>
                  <a:cubicBezTo>
                    <a:pt x="388" y="17256"/>
                    <a:pt x="1575" y="18831"/>
                    <a:pt x="2374" y="20224"/>
                  </a:cubicBezTo>
                  <a:cubicBezTo>
                    <a:pt x="2854" y="21068"/>
                    <a:pt x="3310" y="22141"/>
                    <a:pt x="3036" y="23031"/>
                  </a:cubicBezTo>
                  <a:cubicBezTo>
                    <a:pt x="2740" y="23944"/>
                    <a:pt x="1712" y="24195"/>
                    <a:pt x="1005" y="24789"/>
                  </a:cubicBezTo>
                  <a:cubicBezTo>
                    <a:pt x="0" y="25610"/>
                    <a:pt x="137" y="27025"/>
                    <a:pt x="959" y="28030"/>
                  </a:cubicBezTo>
                  <a:cubicBezTo>
                    <a:pt x="1370" y="28532"/>
                    <a:pt x="1918" y="28920"/>
                    <a:pt x="2511" y="29171"/>
                  </a:cubicBezTo>
                  <a:cubicBezTo>
                    <a:pt x="3744" y="29924"/>
                    <a:pt x="5273" y="30153"/>
                    <a:pt x="6711" y="30198"/>
                  </a:cubicBezTo>
                  <a:cubicBezTo>
                    <a:pt x="7052" y="30213"/>
                    <a:pt x="7425" y="30223"/>
                    <a:pt x="7817" y="30223"/>
                  </a:cubicBezTo>
                  <a:cubicBezTo>
                    <a:pt x="10496" y="30223"/>
                    <a:pt x="14032" y="29751"/>
                    <a:pt x="13833" y="27003"/>
                  </a:cubicBezTo>
                  <a:cubicBezTo>
                    <a:pt x="13741" y="25747"/>
                    <a:pt x="12532" y="24789"/>
                    <a:pt x="12166" y="23625"/>
                  </a:cubicBezTo>
                  <a:cubicBezTo>
                    <a:pt x="11915" y="22803"/>
                    <a:pt x="12417" y="22232"/>
                    <a:pt x="12691" y="21502"/>
                  </a:cubicBezTo>
                  <a:cubicBezTo>
                    <a:pt x="12920" y="20954"/>
                    <a:pt x="12920" y="20361"/>
                    <a:pt x="12691" y="19767"/>
                  </a:cubicBezTo>
                  <a:cubicBezTo>
                    <a:pt x="12258" y="18626"/>
                    <a:pt x="11094" y="17644"/>
                    <a:pt x="10911" y="16457"/>
                  </a:cubicBezTo>
                  <a:cubicBezTo>
                    <a:pt x="10706" y="15019"/>
                    <a:pt x="12326" y="14061"/>
                    <a:pt x="12851" y="12851"/>
                  </a:cubicBezTo>
                  <a:cubicBezTo>
                    <a:pt x="13330" y="11733"/>
                    <a:pt x="12851" y="10591"/>
                    <a:pt x="12189" y="9541"/>
                  </a:cubicBezTo>
                  <a:cubicBezTo>
                    <a:pt x="11847" y="8971"/>
                    <a:pt x="11436" y="8400"/>
                    <a:pt x="11162" y="7784"/>
                  </a:cubicBezTo>
                  <a:cubicBezTo>
                    <a:pt x="10728" y="6916"/>
                    <a:pt x="10820" y="6095"/>
                    <a:pt x="10979" y="5227"/>
                  </a:cubicBezTo>
                  <a:cubicBezTo>
                    <a:pt x="11276" y="3789"/>
                    <a:pt x="11116" y="2397"/>
                    <a:pt x="10066" y="1119"/>
                  </a:cubicBezTo>
                  <a:cubicBezTo>
                    <a:pt x="9579" y="502"/>
                    <a:pt x="8850" y="0"/>
                    <a:pt x="8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5"/>
            <p:cNvSpPr/>
            <p:nvPr/>
          </p:nvSpPr>
          <p:spPr>
            <a:xfrm>
              <a:off x="1792706" y="5358459"/>
              <a:ext cx="15294" cy="836549"/>
            </a:xfrm>
            <a:custGeom>
              <a:avLst/>
              <a:gdLst/>
              <a:ahLst/>
              <a:cxnLst/>
              <a:rect l="l" t="t" r="r" b="b"/>
              <a:pathLst>
                <a:path w="571" h="31232" extrusionOk="0">
                  <a:moveTo>
                    <a:pt x="285" y="0"/>
                  </a:moveTo>
                  <a:cubicBezTo>
                    <a:pt x="143" y="0"/>
                    <a:pt x="0" y="86"/>
                    <a:pt x="0" y="257"/>
                  </a:cubicBezTo>
                  <a:lnTo>
                    <a:pt x="0" y="30957"/>
                  </a:lnTo>
                  <a:cubicBezTo>
                    <a:pt x="0" y="31140"/>
                    <a:pt x="143" y="31231"/>
                    <a:pt x="285" y="31231"/>
                  </a:cubicBezTo>
                  <a:cubicBezTo>
                    <a:pt x="428" y="31231"/>
                    <a:pt x="571" y="31140"/>
                    <a:pt x="571" y="30957"/>
                  </a:cubicBezTo>
                  <a:lnTo>
                    <a:pt x="571" y="257"/>
                  </a:lnTo>
                  <a:cubicBezTo>
                    <a:pt x="571" y="86"/>
                    <a:pt x="42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15"/>
            <p:cNvSpPr/>
            <p:nvPr/>
          </p:nvSpPr>
          <p:spPr>
            <a:xfrm>
              <a:off x="1680343" y="5754663"/>
              <a:ext cx="127925" cy="94337"/>
            </a:xfrm>
            <a:custGeom>
              <a:avLst/>
              <a:gdLst/>
              <a:ahLst/>
              <a:cxnLst/>
              <a:rect l="l" t="t" r="r" b="b"/>
              <a:pathLst>
                <a:path w="4776" h="3522" extrusionOk="0">
                  <a:moveTo>
                    <a:pt x="373" y="1"/>
                  </a:moveTo>
                  <a:cubicBezTo>
                    <a:pt x="147" y="1"/>
                    <a:pt x="0" y="359"/>
                    <a:pt x="246" y="530"/>
                  </a:cubicBezTo>
                  <a:cubicBezTo>
                    <a:pt x="1616" y="1420"/>
                    <a:pt x="2940" y="2379"/>
                    <a:pt x="4172" y="3452"/>
                  </a:cubicBezTo>
                  <a:cubicBezTo>
                    <a:pt x="4231" y="3500"/>
                    <a:pt x="4295" y="3521"/>
                    <a:pt x="4356" y="3521"/>
                  </a:cubicBezTo>
                  <a:cubicBezTo>
                    <a:pt x="4582" y="3521"/>
                    <a:pt x="4776" y="3243"/>
                    <a:pt x="4560" y="3064"/>
                  </a:cubicBezTo>
                  <a:cubicBezTo>
                    <a:pt x="3282" y="1968"/>
                    <a:pt x="1935" y="964"/>
                    <a:pt x="520" y="51"/>
                  </a:cubicBezTo>
                  <a:cubicBezTo>
                    <a:pt x="470" y="16"/>
                    <a:pt x="420" y="1"/>
                    <a:pt x="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15"/>
            <p:cNvSpPr/>
            <p:nvPr/>
          </p:nvSpPr>
          <p:spPr>
            <a:xfrm>
              <a:off x="1792465" y="5593122"/>
              <a:ext cx="103203" cy="111185"/>
            </a:xfrm>
            <a:custGeom>
              <a:avLst/>
              <a:gdLst/>
              <a:ahLst/>
              <a:cxnLst/>
              <a:rect l="l" t="t" r="r" b="b"/>
              <a:pathLst>
                <a:path w="3853" h="4151" extrusionOk="0">
                  <a:moveTo>
                    <a:pt x="3430" y="0"/>
                  </a:moveTo>
                  <a:cubicBezTo>
                    <a:pt x="3368" y="0"/>
                    <a:pt x="3305" y="23"/>
                    <a:pt x="3250" y="79"/>
                  </a:cubicBezTo>
                  <a:cubicBezTo>
                    <a:pt x="2086" y="1197"/>
                    <a:pt x="1059" y="2430"/>
                    <a:pt x="146" y="3731"/>
                  </a:cubicBezTo>
                  <a:cubicBezTo>
                    <a:pt x="1" y="3940"/>
                    <a:pt x="198" y="4150"/>
                    <a:pt x="398" y="4150"/>
                  </a:cubicBezTo>
                  <a:cubicBezTo>
                    <a:pt x="482" y="4150"/>
                    <a:pt x="565" y="4114"/>
                    <a:pt x="625" y="4027"/>
                  </a:cubicBezTo>
                  <a:cubicBezTo>
                    <a:pt x="1516" y="2749"/>
                    <a:pt x="2520" y="1562"/>
                    <a:pt x="3638" y="489"/>
                  </a:cubicBezTo>
                  <a:cubicBezTo>
                    <a:pt x="3852" y="293"/>
                    <a:pt x="3649" y="0"/>
                    <a:pt x="3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5"/>
            <p:cNvSpPr/>
            <p:nvPr/>
          </p:nvSpPr>
          <p:spPr>
            <a:xfrm>
              <a:off x="1724833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0" y="1"/>
                  </a:moveTo>
                  <a:lnTo>
                    <a:pt x="731" y="5159"/>
                  </a:lnTo>
                  <a:lnTo>
                    <a:pt x="4680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15"/>
            <p:cNvSpPr/>
            <p:nvPr/>
          </p:nvSpPr>
          <p:spPr>
            <a:xfrm>
              <a:off x="1970023" y="5384574"/>
              <a:ext cx="276341" cy="595136"/>
            </a:xfrm>
            <a:custGeom>
              <a:avLst/>
              <a:gdLst/>
              <a:ahLst/>
              <a:cxnLst/>
              <a:rect l="l" t="t" r="r" b="b"/>
              <a:pathLst>
                <a:path w="10317" h="22219" extrusionOk="0">
                  <a:moveTo>
                    <a:pt x="4384" y="0"/>
                  </a:moveTo>
                  <a:cubicBezTo>
                    <a:pt x="3826" y="0"/>
                    <a:pt x="3280" y="371"/>
                    <a:pt x="2921" y="812"/>
                  </a:cubicBezTo>
                  <a:cubicBezTo>
                    <a:pt x="2145" y="1770"/>
                    <a:pt x="2031" y="2797"/>
                    <a:pt x="2259" y="3847"/>
                  </a:cubicBezTo>
                  <a:cubicBezTo>
                    <a:pt x="2373" y="4486"/>
                    <a:pt x="2442" y="5080"/>
                    <a:pt x="2122" y="5719"/>
                  </a:cubicBezTo>
                  <a:cubicBezTo>
                    <a:pt x="1917" y="6175"/>
                    <a:pt x="1620" y="6586"/>
                    <a:pt x="1369" y="7020"/>
                  </a:cubicBezTo>
                  <a:cubicBezTo>
                    <a:pt x="890" y="7796"/>
                    <a:pt x="524" y="8618"/>
                    <a:pt x="867" y="9440"/>
                  </a:cubicBezTo>
                  <a:cubicBezTo>
                    <a:pt x="1255" y="10330"/>
                    <a:pt x="2442" y="11037"/>
                    <a:pt x="2305" y="12087"/>
                  </a:cubicBezTo>
                  <a:cubicBezTo>
                    <a:pt x="2168" y="12977"/>
                    <a:pt x="1323" y="13685"/>
                    <a:pt x="1004" y="14530"/>
                  </a:cubicBezTo>
                  <a:cubicBezTo>
                    <a:pt x="844" y="14963"/>
                    <a:pt x="821" y="15397"/>
                    <a:pt x="1004" y="15808"/>
                  </a:cubicBezTo>
                  <a:cubicBezTo>
                    <a:pt x="1209" y="16333"/>
                    <a:pt x="1574" y="16744"/>
                    <a:pt x="1392" y="17360"/>
                  </a:cubicBezTo>
                  <a:cubicBezTo>
                    <a:pt x="1118" y="18227"/>
                    <a:pt x="228" y="18912"/>
                    <a:pt x="159" y="19848"/>
                  </a:cubicBezTo>
                  <a:cubicBezTo>
                    <a:pt x="0" y="21855"/>
                    <a:pt x="2594" y="22219"/>
                    <a:pt x="4563" y="22219"/>
                  </a:cubicBezTo>
                  <a:cubicBezTo>
                    <a:pt x="4854" y="22219"/>
                    <a:pt x="5133" y="22211"/>
                    <a:pt x="5386" y="22199"/>
                  </a:cubicBezTo>
                  <a:cubicBezTo>
                    <a:pt x="6436" y="22153"/>
                    <a:pt x="7577" y="21993"/>
                    <a:pt x="8468" y="21446"/>
                  </a:cubicBezTo>
                  <a:cubicBezTo>
                    <a:pt x="8901" y="21240"/>
                    <a:pt x="9312" y="20966"/>
                    <a:pt x="9609" y="20601"/>
                  </a:cubicBezTo>
                  <a:cubicBezTo>
                    <a:pt x="10225" y="19848"/>
                    <a:pt x="10316" y="18821"/>
                    <a:pt x="9586" y="18204"/>
                  </a:cubicBezTo>
                  <a:cubicBezTo>
                    <a:pt x="9061" y="17771"/>
                    <a:pt x="8308" y="17588"/>
                    <a:pt x="8102" y="16926"/>
                  </a:cubicBezTo>
                  <a:cubicBezTo>
                    <a:pt x="7874" y="16264"/>
                    <a:pt x="8217" y="15488"/>
                    <a:pt x="8582" y="14849"/>
                  </a:cubicBezTo>
                  <a:cubicBezTo>
                    <a:pt x="9152" y="13845"/>
                    <a:pt x="10043" y="12681"/>
                    <a:pt x="9655" y="11539"/>
                  </a:cubicBezTo>
                  <a:cubicBezTo>
                    <a:pt x="9495" y="11083"/>
                    <a:pt x="9130" y="10741"/>
                    <a:pt x="8764" y="10421"/>
                  </a:cubicBezTo>
                  <a:cubicBezTo>
                    <a:pt x="8239" y="9919"/>
                    <a:pt x="7828" y="9462"/>
                    <a:pt x="7714" y="8755"/>
                  </a:cubicBezTo>
                  <a:cubicBezTo>
                    <a:pt x="7555" y="7636"/>
                    <a:pt x="8171" y="6427"/>
                    <a:pt x="7851" y="5331"/>
                  </a:cubicBezTo>
                  <a:cubicBezTo>
                    <a:pt x="7555" y="4395"/>
                    <a:pt x="6368" y="4007"/>
                    <a:pt x="5957" y="3117"/>
                  </a:cubicBezTo>
                  <a:cubicBezTo>
                    <a:pt x="5523" y="2158"/>
                    <a:pt x="6162" y="880"/>
                    <a:pt x="5044" y="195"/>
                  </a:cubicBezTo>
                  <a:cubicBezTo>
                    <a:pt x="4829" y="59"/>
                    <a:pt x="4606" y="0"/>
                    <a:pt x="4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15"/>
            <p:cNvSpPr/>
            <p:nvPr/>
          </p:nvSpPr>
          <p:spPr>
            <a:xfrm>
              <a:off x="2100225" y="5580400"/>
              <a:ext cx="11035" cy="614609"/>
            </a:xfrm>
            <a:custGeom>
              <a:avLst/>
              <a:gdLst/>
              <a:ahLst/>
              <a:cxnLst/>
              <a:rect l="l" t="t" r="r" b="b"/>
              <a:pathLst>
                <a:path w="412" h="22946" extrusionOk="0">
                  <a:moveTo>
                    <a:pt x="206" y="0"/>
                  </a:moveTo>
                  <a:cubicBezTo>
                    <a:pt x="103" y="0"/>
                    <a:pt x="0" y="63"/>
                    <a:pt x="0" y="188"/>
                  </a:cubicBezTo>
                  <a:lnTo>
                    <a:pt x="0" y="22740"/>
                  </a:lnTo>
                  <a:cubicBezTo>
                    <a:pt x="0" y="22877"/>
                    <a:pt x="103" y="22945"/>
                    <a:pt x="206" y="22945"/>
                  </a:cubicBezTo>
                  <a:cubicBezTo>
                    <a:pt x="308" y="22945"/>
                    <a:pt x="411" y="22877"/>
                    <a:pt x="411" y="22740"/>
                  </a:cubicBezTo>
                  <a:lnTo>
                    <a:pt x="411" y="188"/>
                  </a:lnTo>
                  <a:cubicBezTo>
                    <a:pt x="411" y="63"/>
                    <a:pt x="308" y="0"/>
                    <a:pt x="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15"/>
            <p:cNvSpPr/>
            <p:nvPr/>
          </p:nvSpPr>
          <p:spPr>
            <a:xfrm>
              <a:off x="2100144" y="5871311"/>
              <a:ext cx="94497" cy="69427"/>
            </a:xfrm>
            <a:custGeom>
              <a:avLst/>
              <a:gdLst/>
              <a:ahLst/>
              <a:cxnLst/>
              <a:rect l="l" t="t" r="r" b="b"/>
              <a:pathLst>
                <a:path w="3528" h="2592" extrusionOk="0">
                  <a:moveTo>
                    <a:pt x="3237" y="1"/>
                  </a:moveTo>
                  <a:cubicBezTo>
                    <a:pt x="3203" y="1"/>
                    <a:pt x="3167" y="10"/>
                    <a:pt x="3130" y="32"/>
                  </a:cubicBezTo>
                  <a:cubicBezTo>
                    <a:pt x="2080" y="717"/>
                    <a:pt x="1099" y="1448"/>
                    <a:pt x="163" y="2246"/>
                  </a:cubicBezTo>
                  <a:cubicBezTo>
                    <a:pt x="1" y="2390"/>
                    <a:pt x="151" y="2591"/>
                    <a:pt x="312" y="2591"/>
                  </a:cubicBezTo>
                  <a:cubicBezTo>
                    <a:pt x="355" y="2591"/>
                    <a:pt x="398" y="2577"/>
                    <a:pt x="437" y="2543"/>
                  </a:cubicBezTo>
                  <a:cubicBezTo>
                    <a:pt x="1350" y="1767"/>
                    <a:pt x="2331" y="1037"/>
                    <a:pt x="3336" y="398"/>
                  </a:cubicBezTo>
                  <a:cubicBezTo>
                    <a:pt x="3527" y="264"/>
                    <a:pt x="3413" y="1"/>
                    <a:pt x="3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5"/>
            <p:cNvSpPr/>
            <p:nvPr/>
          </p:nvSpPr>
          <p:spPr>
            <a:xfrm>
              <a:off x="2036021" y="5752627"/>
              <a:ext cx="75748" cy="81882"/>
            </a:xfrm>
            <a:custGeom>
              <a:avLst/>
              <a:gdLst/>
              <a:ahLst/>
              <a:cxnLst/>
              <a:rect l="l" t="t" r="r" b="b"/>
              <a:pathLst>
                <a:path w="2828" h="3057" extrusionOk="0">
                  <a:moveTo>
                    <a:pt x="303" y="1"/>
                  </a:moveTo>
                  <a:cubicBezTo>
                    <a:pt x="145" y="1"/>
                    <a:pt x="0" y="213"/>
                    <a:pt x="160" y="355"/>
                  </a:cubicBezTo>
                  <a:cubicBezTo>
                    <a:pt x="982" y="1154"/>
                    <a:pt x="1712" y="2021"/>
                    <a:pt x="2374" y="2957"/>
                  </a:cubicBezTo>
                  <a:cubicBezTo>
                    <a:pt x="2417" y="3027"/>
                    <a:pt x="2480" y="3056"/>
                    <a:pt x="2544" y="3056"/>
                  </a:cubicBezTo>
                  <a:cubicBezTo>
                    <a:pt x="2687" y="3056"/>
                    <a:pt x="2827" y="2909"/>
                    <a:pt x="2717" y="2752"/>
                  </a:cubicBezTo>
                  <a:cubicBezTo>
                    <a:pt x="2055" y="1793"/>
                    <a:pt x="1302" y="880"/>
                    <a:pt x="434" y="58"/>
                  </a:cubicBezTo>
                  <a:cubicBezTo>
                    <a:pt x="394" y="18"/>
                    <a:pt x="348" y="1"/>
                    <a:pt x="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5"/>
            <p:cNvSpPr/>
            <p:nvPr/>
          </p:nvSpPr>
          <p:spPr>
            <a:xfrm>
              <a:off x="2098189" y="5656335"/>
              <a:ext cx="70043" cy="64257"/>
            </a:xfrm>
            <a:custGeom>
              <a:avLst/>
              <a:gdLst/>
              <a:ahLst/>
              <a:cxnLst/>
              <a:rect l="l" t="t" r="r" b="b"/>
              <a:pathLst>
                <a:path w="2615" h="2399" extrusionOk="0">
                  <a:moveTo>
                    <a:pt x="2284" y="1"/>
                  </a:moveTo>
                  <a:cubicBezTo>
                    <a:pt x="2240" y="1"/>
                    <a:pt x="2195" y="15"/>
                    <a:pt x="2153" y="47"/>
                  </a:cubicBezTo>
                  <a:cubicBezTo>
                    <a:pt x="1400" y="640"/>
                    <a:pt x="738" y="1302"/>
                    <a:pt x="122" y="2033"/>
                  </a:cubicBezTo>
                  <a:cubicBezTo>
                    <a:pt x="0" y="2189"/>
                    <a:pt x="130" y="2399"/>
                    <a:pt x="280" y="2399"/>
                  </a:cubicBezTo>
                  <a:cubicBezTo>
                    <a:pt x="326" y="2399"/>
                    <a:pt x="375" y="2378"/>
                    <a:pt x="419" y="2329"/>
                  </a:cubicBezTo>
                  <a:cubicBezTo>
                    <a:pt x="1012" y="1599"/>
                    <a:pt x="1697" y="937"/>
                    <a:pt x="2450" y="343"/>
                  </a:cubicBezTo>
                  <a:cubicBezTo>
                    <a:pt x="2614" y="216"/>
                    <a:pt x="2458" y="1"/>
                    <a:pt x="2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5"/>
            <p:cNvSpPr/>
            <p:nvPr/>
          </p:nvSpPr>
          <p:spPr>
            <a:xfrm>
              <a:off x="2036021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1" y="1"/>
                  </a:moveTo>
                  <a:lnTo>
                    <a:pt x="731" y="5159"/>
                  </a:lnTo>
                  <a:lnTo>
                    <a:pt x="4703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7" name="Google Shape;3817;p115"/>
          <p:cNvGrpSpPr/>
          <p:nvPr/>
        </p:nvGrpSpPr>
        <p:grpSpPr>
          <a:xfrm>
            <a:off x="697146" y="831009"/>
            <a:ext cx="1675804" cy="560664"/>
            <a:chOff x="1326219" y="4083279"/>
            <a:chExt cx="1675804" cy="560664"/>
          </a:xfrm>
        </p:grpSpPr>
        <p:sp>
          <p:nvSpPr>
            <p:cNvPr id="3818" name="Google Shape;3818;p115"/>
            <p:cNvSpPr/>
            <p:nvPr/>
          </p:nvSpPr>
          <p:spPr>
            <a:xfrm>
              <a:off x="1940024" y="4130367"/>
              <a:ext cx="978242" cy="44651"/>
            </a:xfrm>
            <a:custGeom>
              <a:avLst/>
              <a:gdLst/>
              <a:ahLst/>
              <a:cxnLst/>
              <a:rect l="l" t="t" r="r" b="b"/>
              <a:pathLst>
                <a:path w="36522" h="1667" extrusionOk="0">
                  <a:moveTo>
                    <a:pt x="1" y="0"/>
                  </a:moveTo>
                  <a:lnTo>
                    <a:pt x="1" y="1666"/>
                  </a:lnTo>
                  <a:lnTo>
                    <a:pt x="36521" y="1666"/>
                  </a:lnTo>
                  <a:lnTo>
                    <a:pt x="36521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15"/>
            <p:cNvSpPr/>
            <p:nvPr/>
          </p:nvSpPr>
          <p:spPr>
            <a:xfrm>
              <a:off x="1940024" y="4130367"/>
              <a:ext cx="429230" cy="44651"/>
            </a:xfrm>
            <a:custGeom>
              <a:avLst/>
              <a:gdLst/>
              <a:ahLst/>
              <a:cxnLst/>
              <a:rect l="l" t="t" r="r" b="b"/>
              <a:pathLst>
                <a:path w="16025" h="1667" extrusionOk="0">
                  <a:moveTo>
                    <a:pt x="16024" y="1666"/>
                  </a:moveTo>
                  <a:lnTo>
                    <a:pt x="1" y="1666"/>
                  </a:lnTo>
                  <a:lnTo>
                    <a:pt x="1" y="0"/>
                  </a:lnTo>
                  <a:lnTo>
                    <a:pt x="16024" y="0"/>
                  </a:lnTo>
                  <a:close/>
                </a:path>
              </a:pathLst>
            </a:custGeom>
            <a:solidFill>
              <a:srgbClr val="FF957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15"/>
            <p:cNvSpPr/>
            <p:nvPr/>
          </p:nvSpPr>
          <p:spPr>
            <a:xfrm>
              <a:off x="1326219" y="4083279"/>
              <a:ext cx="1675804" cy="560664"/>
            </a:xfrm>
            <a:custGeom>
              <a:avLst/>
              <a:gdLst/>
              <a:ahLst/>
              <a:cxnLst/>
              <a:rect l="l" t="t" r="r" b="b"/>
              <a:pathLst>
                <a:path w="62565" h="20932" extrusionOk="0">
                  <a:moveTo>
                    <a:pt x="60647" y="20931"/>
                  </a:moveTo>
                  <a:lnTo>
                    <a:pt x="1895" y="20931"/>
                  </a:lnTo>
                  <a:cubicBezTo>
                    <a:pt x="845" y="20931"/>
                    <a:pt x="0" y="20064"/>
                    <a:pt x="0" y="19014"/>
                  </a:cubicBezTo>
                  <a:lnTo>
                    <a:pt x="0" y="1895"/>
                  </a:lnTo>
                  <a:cubicBezTo>
                    <a:pt x="0" y="845"/>
                    <a:pt x="845" y="1"/>
                    <a:pt x="1895" y="1"/>
                  </a:cubicBezTo>
                  <a:lnTo>
                    <a:pt x="60647" y="1"/>
                  </a:lnTo>
                  <a:cubicBezTo>
                    <a:pt x="61720" y="1"/>
                    <a:pt x="62565" y="845"/>
                    <a:pt x="62565" y="1895"/>
                  </a:cubicBezTo>
                  <a:lnTo>
                    <a:pt x="62565" y="19014"/>
                  </a:lnTo>
                  <a:cubicBezTo>
                    <a:pt x="62565" y="20064"/>
                    <a:pt x="61720" y="20931"/>
                    <a:pt x="60647" y="20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1" name="Google Shape;3821;p115"/>
            <p:cNvGrpSpPr/>
            <p:nvPr/>
          </p:nvGrpSpPr>
          <p:grpSpPr>
            <a:xfrm rot="-5400000">
              <a:off x="1429967" y="4141212"/>
              <a:ext cx="445036" cy="445036"/>
              <a:chOff x="5289166" y="402821"/>
              <a:chExt cx="801000" cy="801000"/>
            </a:xfrm>
          </p:grpSpPr>
          <p:sp>
            <p:nvSpPr>
              <p:cNvPr id="3822" name="Google Shape;3822;p115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15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24" name="Google Shape;3824;p115"/>
            <p:cNvSpPr/>
            <p:nvPr/>
          </p:nvSpPr>
          <p:spPr>
            <a:xfrm>
              <a:off x="1985135" y="4199068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15"/>
            <p:cNvSpPr/>
            <p:nvPr/>
          </p:nvSpPr>
          <p:spPr>
            <a:xfrm>
              <a:off x="1985135" y="4329830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7" name="Google Shape;3827;p115"/>
          <p:cNvSpPr/>
          <p:nvPr/>
        </p:nvSpPr>
        <p:spPr>
          <a:xfrm>
            <a:off x="7681314" y="536352"/>
            <a:ext cx="352169" cy="352785"/>
          </a:xfrm>
          <a:custGeom>
            <a:avLst/>
            <a:gdLst/>
            <a:ahLst/>
            <a:cxnLst/>
            <a:rect l="l" t="t" r="r" b="b"/>
            <a:pathLst>
              <a:path w="13148" h="13171" extrusionOk="0">
                <a:moveTo>
                  <a:pt x="7784" y="7966"/>
                </a:moveTo>
                <a:cubicBezTo>
                  <a:pt x="7030" y="8651"/>
                  <a:pt x="5866" y="8560"/>
                  <a:pt x="5181" y="7806"/>
                </a:cubicBezTo>
                <a:cubicBezTo>
                  <a:pt x="4519" y="7030"/>
                  <a:pt x="4588" y="5866"/>
                  <a:pt x="5364" y="5182"/>
                </a:cubicBezTo>
                <a:cubicBezTo>
                  <a:pt x="6117" y="4520"/>
                  <a:pt x="7281" y="4588"/>
                  <a:pt x="7966" y="5364"/>
                </a:cubicBezTo>
                <a:cubicBezTo>
                  <a:pt x="8628" y="6140"/>
                  <a:pt x="8560" y="7304"/>
                  <a:pt x="7784" y="7966"/>
                </a:cubicBezTo>
                <a:close/>
                <a:moveTo>
                  <a:pt x="10500" y="10066"/>
                </a:moveTo>
                <a:lnTo>
                  <a:pt x="12189" y="10272"/>
                </a:lnTo>
                <a:lnTo>
                  <a:pt x="12919" y="8788"/>
                </a:lnTo>
                <a:lnTo>
                  <a:pt x="11732" y="7555"/>
                </a:lnTo>
                <a:lnTo>
                  <a:pt x="11824" y="6277"/>
                </a:lnTo>
                <a:lnTo>
                  <a:pt x="13147" y="5204"/>
                </a:lnTo>
                <a:lnTo>
                  <a:pt x="12622" y="3652"/>
                </a:lnTo>
                <a:lnTo>
                  <a:pt x="10911" y="3629"/>
                </a:lnTo>
                <a:lnTo>
                  <a:pt x="10066" y="2671"/>
                </a:lnTo>
                <a:lnTo>
                  <a:pt x="10271" y="959"/>
                </a:lnTo>
                <a:lnTo>
                  <a:pt x="8788" y="228"/>
                </a:lnTo>
                <a:lnTo>
                  <a:pt x="7555" y="1415"/>
                </a:lnTo>
                <a:lnTo>
                  <a:pt x="6277" y="1347"/>
                </a:lnTo>
                <a:lnTo>
                  <a:pt x="5204" y="0"/>
                </a:lnTo>
                <a:lnTo>
                  <a:pt x="3652" y="525"/>
                </a:lnTo>
                <a:lnTo>
                  <a:pt x="3629" y="2237"/>
                </a:lnTo>
                <a:lnTo>
                  <a:pt x="2648" y="3082"/>
                </a:lnTo>
                <a:lnTo>
                  <a:pt x="959" y="2899"/>
                </a:lnTo>
                <a:lnTo>
                  <a:pt x="228" y="4360"/>
                </a:lnTo>
                <a:lnTo>
                  <a:pt x="1415" y="5592"/>
                </a:lnTo>
                <a:lnTo>
                  <a:pt x="1347" y="6871"/>
                </a:lnTo>
                <a:lnTo>
                  <a:pt x="0" y="7943"/>
                </a:lnTo>
                <a:lnTo>
                  <a:pt x="525" y="9495"/>
                </a:lnTo>
                <a:lnTo>
                  <a:pt x="2237" y="9518"/>
                </a:lnTo>
                <a:lnTo>
                  <a:pt x="3081" y="10500"/>
                </a:lnTo>
                <a:lnTo>
                  <a:pt x="2876" y="12212"/>
                </a:lnTo>
                <a:lnTo>
                  <a:pt x="4360" y="12919"/>
                </a:lnTo>
                <a:lnTo>
                  <a:pt x="5592" y="11732"/>
                </a:lnTo>
                <a:lnTo>
                  <a:pt x="6870" y="11824"/>
                </a:lnTo>
                <a:lnTo>
                  <a:pt x="7943" y="13170"/>
                </a:lnTo>
                <a:lnTo>
                  <a:pt x="9495" y="12645"/>
                </a:lnTo>
                <a:lnTo>
                  <a:pt x="9518" y="1091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8" name="Google Shape;3828;p115"/>
          <p:cNvSpPr/>
          <p:nvPr/>
        </p:nvSpPr>
        <p:spPr>
          <a:xfrm>
            <a:off x="7534328" y="349022"/>
            <a:ext cx="259868" cy="259841"/>
          </a:xfrm>
          <a:custGeom>
            <a:avLst/>
            <a:gdLst/>
            <a:ahLst/>
            <a:cxnLst/>
            <a:rect l="l" t="t" r="r" b="b"/>
            <a:pathLst>
              <a:path w="9702" h="9701" extrusionOk="0">
                <a:moveTo>
                  <a:pt x="5319" y="6094"/>
                </a:moveTo>
                <a:cubicBezTo>
                  <a:pt x="4612" y="6346"/>
                  <a:pt x="3858" y="5980"/>
                  <a:pt x="3607" y="5296"/>
                </a:cubicBezTo>
                <a:cubicBezTo>
                  <a:pt x="3356" y="4588"/>
                  <a:pt x="3721" y="3835"/>
                  <a:pt x="4406" y="3584"/>
                </a:cubicBezTo>
                <a:cubicBezTo>
                  <a:pt x="5114" y="3333"/>
                  <a:pt x="5867" y="3698"/>
                  <a:pt x="6118" y="4383"/>
                </a:cubicBezTo>
                <a:cubicBezTo>
                  <a:pt x="6369" y="5090"/>
                  <a:pt x="6004" y="5843"/>
                  <a:pt x="5319" y="6094"/>
                </a:cubicBezTo>
                <a:close/>
                <a:moveTo>
                  <a:pt x="6575" y="8240"/>
                </a:moveTo>
                <a:lnTo>
                  <a:pt x="7670" y="8811"/>
                </a:lnTo>
                <a:lnTo>
                  <a:pt x="8537" y="8035"/>
                </a:lnTo>
                <a:lnTo>
                  <a:pt x="8058" y="6871"/>
                </a:lnTo>
                <a:lnTo>
                  <a:pt x="8469" y="6026"/>
                </a:lnTo>
                <a:lnTo>
                  <a:pt x="9656" y="5684"/>
                </a:lnTo>
                <a:lnTo>
                  <a:pt x="9702" y="4497"/>
                </a:lnTo>
                <a:lnTo>
                  <a:pt x="8560" y="4017"/>
                </a:lnTo>
                <a:lnTo>
                  <a:pt x="8241" y="3127"/>
                </a:lnTo>
                <a:lnTo>
                  <a:pt x="8834" y="2032"/>
                </a:lnTo>
                <a:lnTo>
                  <a:pt x="8035" y="1164"/>
                </a:lnTo>
                <a:lnTo>
                  <a:pt x="6894" y="1644"/>
                </a:lnTo>
                <a:lnTo>
                  <a:pt x="6050" y="1233"/>
                </a:lnTo>
                <a:lnTo>
                  <a:pt x="5684" y="46"/>
                </a:lnTo>
                <a:lnTo>
                  <a:pt x="4497" y="0"/>
                </a:lnTo>
                <a:lnTo>
                  <a:pt x="4041" y="1141"/>
                </a:lnTo>
                <a:lnTo>
                  <a:pt x="3151" y="1461"/>
                </a:lnTo>
                <a:lnTo>
                  <a:pt x="2055" y="867"/>
                </a:lnTo>
                <a:lnTo>
                  <a:pt x="1188" y="1666"/>
                </a:lnTo>
                <a:lnTo>
                  <a:pt x="1644" y="2808"/>
                </a:lnTo>
                <a:lnTo>
                  <a:pt x="1256" y="3652"/>
                </a:lnTo>
                <a:lnTo>
                  <a:pt x="69" y="4017"/>
                </a:lnTo>
                <a:lnTo>
                  <a:pt x="1" y="5204"/>
                </a:lnTo>
                <a:lnTo>
                  <a:pt x="1165" y="5661"/>
                </a:lnTo>
                <a:lnTo>
                  <a:pt x="1462" y="6551"/>
                </a:lnTo>
                <a:lnTo>
                  <a:pt x="891" y="7647"/>
                </a:lnTo>
                <a:lnTo>
                  <a:pt x="1690" y="8537"/>
                </a:lnTo>
                <a:lnTo>
                  <a:pt x="2831" y="8057"/>
                </a:lnTo>
                <a:lnTo>
                  <a:pt x="3676" y="8445"/>
                </a:lnTo>
                <a:lnTo>
                  <a:pt x="4018" y="9632"/>
                </a:lnTo>
                <a:lnTo>
                  <a:pt x="5205" y="9701"/>
                </a:lnTo>
                <a:lnTo>
                  <a:pt x="5684" y="85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9" name="Google Shape;3829;p115"/>
          <p:cNvGrpSpPr/>
          <p:nvPr/>
        </p:nvGrpSpPr>
        <p:grpSpPr>
          <a:xfrm>
            <a:off x="1510459" y="1135084"/>
            <a:ext cx="1074309" cy="356822"/>
            <a:chOff x="1725115" y="1291147"/>
            <a:chExt cx="519090" cy="172403"/>
          </a:xfrm>
        </p:grpSpPr>
        <p:sp>
          <p:nvSpPr>
            <p:cNvPr id="3830" name="Google Shape;3830;p115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15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15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3" name="Google Shape;3833;p115"/>
          <p:cNvGrpSpPr/>
          <p:nvPr/>
        </p:nvGrpSpPr>
        <p:grpSpPr>
          <a:xfrm>
            <a:off x="7062734" y="1628396"/>
            <a:ext cx="606268" cy="384783"/>
            <a:chOff x="1779700" y="2799700"/>
            <a:chExt cx="835425" cy="530150"/>
          </a:xfrm>
        </p:grpSpPr>
        <p:sp>
          <p:nvSpPr>
            <p:cNvPr id="3834" name="Google Shape;3834;p115"/>
            <p:cNvSpPr/>
            <p:nvPr/>
          </p:nvSpPr>
          <p:spPr>
            <a:xfrm>
              <a:off x="1779700" y="2799700"/>
              <a:ext cx="835425" cy="530150"/>
            </a:xfrm>
            <a:custGeom>
              <a:avLst/>
              <a:gdLst/>
              <a:ahLst/>
              <a:cxnLst/>
              <a:rect l="l" t="t" r="r" b="b"/>
              <a:pathLst>
                <a:path w="33417" h="21206" extrusionOk="0">
                  <a:moveTo>
                    <a:pt x="3835" y="1"/>
                  </a:moveTo>
                  <a:cubicBezTo>
                    <a:pt x="1713" y="1"/>
                    <a:pt x="1" y="1736"/>
                    <a:pt x="1" y="3836"/>
                  </a:cubicBezTo>
                  <a:lnTo>
                    <a:pt x="1" y="17371"/>
                  </a:lnTo>
                  <a:cubicBezTo>
                    <a:pt x="1" y="19494"/>
                    <a:pt x="1713" y="21206"/>
                    <a:pt x="3835" y="21206"/>
                  </a:cubicBezTo>
                  <a:lnTo>
                    <a:pt x="29582" y="21206"/>
                  </a:lnTo>
                  <a:cubicBezTo>
                    <a:pt x="31705" y="21206"/>
                    <a:pt x="33417" y="19494"/>
                    <a:pt x="33417" y="17371"/>
                  </a:cubicBezTo>
                  <a:lnTo>
                    <a:pt x="33417" y="3836"/>
                  </a:lnTo>
                  <a:cubicBezTo>
                    <a:pt x="33417" y="1736"/>
                    <a:pt x="31705" y="1"/>
                    <a:pt x="29582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15"/>
            <p:cNvSpPr/>
            <p:nvPr/>
          </p:nvSpPr>
          <p:spPr>
            <a:xfrm>
              <a:off x="2013650" y="2880750"/>
              <a:ext cx="368100" cy="368075"/>
            </a:xfrm>
            <a:custGeom>
              <a:avLst/>
              <a:gdLst/>
              <a:ahLst/>
              <a:cxnLst/>
              <a:rect l="l" t="t" r="r" b="b"/>
              <a:pathLst>
                <a:path w="14724" h="14723" extrusionOk="0">
                  <a:moveTo>
                    <a:pt x="7351" y="0"/>
                  </a:moveTo>
                  <a:cubicBezTo>
                    <a:pt x="3288" y="0"/>
                    <a:pt x="1" y="3287"/>
                    <a:pt x="1" y="7373"/>
                  </a:cubicBezTo>
                  <a:cubicBezTo>
                    <a:pt x="1" y="11436"/>
                    <a:pt x="3288" y="14722"/>
                    <a:pt x="7351" y="14722"/>
                  </a:cubicBezTo>
                  <a:cubicBezTo>
                    <a:pt x="11414" y="14722"/>
                    <a:pt x="14723" y="11436"/>
                    <a:pt x="14723" y="7373"/>
                  </a:cubicBezTo>
                  <a:cubicBezTo>
                    <a:pt x="14723" y="3287"/>
                    <a:pt x="11414" y="0"/>
                    <a:pt x="7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15"/>
            <p:cNvSpPr/>
            <p:nvPr/>
          </p:nvSpPr>
          <p:spPr>
            <a:xfrm>
              <a:off x="2116075" y="2970325"/>
              <a:ext cx="163225" cy="188900"/>
            </a:xfrm>
            <a:custGeom>
              <a:avLst/>
              <a:gdLst/>
              <a:ahLst/>
              <a:cxnLst/>
              <a:rect l="l" t="t" r="r" b="b"/>
              <a:pathLst>
                <a:path w="6529" h="7556" extrusionOk="0">
                  <a:moveTo>
                    <a:pt x="1" y="1"/>
                  </a:moveTo>
                  <a:lnTo>
                    <a:pt x="1" y="7556"/>
                  </a:lnTo>
                  <a:lnTo>
                    <a:pt x="6529" y="3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7" name="Google Shape;3837;p115"/>
          <p:cNvGrpSpPr/>
          <p:nvPr/>
        </p:nvGrpSpPr>
        <p:grpSpPr>
          <a:xfrm>
            <a:off x="6791946" y="1510754"/>
            <a:ext cx="458443" cy="319334"/>
            <a:chOff x="3487600" y="3021125"/>
            <a:chExt cx="631725" cy="439975"/>
          </a:xfrm>
        </p:grpSpPr>
        <p:sp>
          <p:nvSpPr>
            <p:cNvPr id="3838" name="Google Shape;3838;p115"/>
            <p:cNvSpPr/>
            <p:nvPr/>
          </p:nvSpPr>
          <p:spPr>
            <a:xfrm>
              <a:off x="3487600" y="302112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49"/>
                  </a:cubicBezTo>
                  <a:cubicBezTo>
                    <a:pt x="1" y="6140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40"/>
                    <a:pt x="25268" y="3949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15"/>
            <p:cNvSpPr/>
            <p:nvPr/>
          </p:nvSpPr>
          <p:spPr>
            <a:xfrm>
              <a:off x="3551525" y="3050800"/>
              <a:ext cx="138100" cy="138675"/>
            </a:xfrm>
            <a:custGeom>
              <a:avLst/>
              <a:gdLst/>
              <a:ahLst/>
              <a:cxnLst/>
              <a:rect l="l" t="t" r="r" b="b"/>
              <a:pathLst>
                <a:path w="5524" h="5547" extrusionOk="0">
                  <a:moveTo>
                    <a:pt x="2762" y="0"/>
                  </a:moveTo>
                  <a:cubicBezTo>
                    <a:pt x="1233" y="0"/>
                    <a:pt x="0" y="1233"/>
                    <a:pt x="0" y="2762"/>
                  </a:cubicBezTo>
                  <a:cubicBezTo>
                    <a:pt x="0" y="4291"/>
                    <a:pt x="1233" y="5547"/>
                    <a:pt x="2762" y="5547"/>
                  </a:cubicBezTo>
                  <a:cubicBezTo>
                    <a:pt x="4291" y="5547"/>
                    <a:pt x="5524" y="4291"/>
                    <a:pt x="5524" y="2762"/>
                  </a:cubicBezTo>
                  <a:cubicBezTo>
                    <a:pt x="5524" y="1233"/>
                    <a:pt x="4291" y="0"/>
                    <a:pt x="27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15"/>
            <p:cNvSpPr/>
            <p:nvPr/>
          </p:nvSpPr>
          <p:spPr>
            <a:xfrm>
              <a:off x="3487600" y="326307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72"/>
                  </a:cubicBezTo>
                  <a:cubicBezTo>
                    <a:pt x="1" y="6163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63"/>
                    <a:pt x="25268" y="3972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15"/>
            <p:cNvSpPr/>
            <p:nvPr/>
          </p:nvSpPr>
          <p:spPr>
            <a:xfrm>
              <a:off x="3916725" y="3293300"/>
              <a:ext cx="138675" cy="138125"/>
            </a:xfrm>
            <a:custGeom>
              <a:avLst/>
              <a:gdLst/>
              <a:ahLst/>
              <a:cxnLst/>
              <a:rect l="l" t="t" r="r" b="b"/>
              <a:pathLst>
                <a:path w="5547" h="5525" extrusionOk="0">
                  <a:moveTo>
                    <a:pt x="2762" y="1"/>
                  </a:moveTo>
                  <a:cubicBezTo>
                    <a:pt x="1233" y="1"/>
                    <a:pt x="0" y="1233"/>
                    <a:pt x="0" y="2763"/>
                  </a:cubicBezTo>
                  <a:cubicBezTo>
                    <a:pt x="0" y="4292"/>
                    <a:pt x="1233" y="5524"/>
                    <a:pt x="2762" y="5524"/>
                  </a:cubicBezTo>
                  <a:cubicBezTo>
                    <a:pt x="4292" y="5524"/>
                    <a:pt x="5547" y="4292"/>
                    <a:pt x="5547" y="2763"/>
                  </a:cubicBezTo>
                  <a:cubicBezTo>
                    <a:pt x="5547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2" name="Google Shape;3842;p115"/>
          <p:cNvGrpSpPr/>
          <p:nvPr/>
        </p:nvGrpSpPr>
        <p:grpSpPr>
          <a:xfrm>
            <a:off x="1274208" y="2783867"/>
            <a:ext cx="472503" cy="472169"/>
            <a:chOff x="3015700" y="2290125"/>
            <a:chExt cx="651100" cy="650550"/>
          </a:xfrm>
        </p:grpSpPr>
        <p:sp>
          <p:nvSpPr>
            <p:cNvPr id="3843" name="Google Shape;3843;p115"/>
            <p:cNvSpPr/>
            <p:nvPr/>
          </p:nvSpPr>
          <p:spPr>
            <a:xfrm>
              <a:off x="3095575" y="2370025"/>
              <a:ext cx="491350" cy="490775"/>
            </a:xfrm>
            <a:custGeom>
              <a:avLst/>
              <a:gdLst/>
              <a:ahLst/>
              <a:cxnLst/>
              <a:rect l="l" t="t" r="r" b="b"/>
              <a:pathLst>
                <a:path w="19654" h="19631" extrusionOk="0">
                  <a:moveTo>
                    <a:pt x="9838" y="0"/>
                  </a:moveTo>
                  <a:cubicBezTo>
                    <a:pt x="4406" y="0"/>
                    <a:pt x="1" y="4406"/>
                    <a:pt x="1" y="9815"/>
                  </a:cubicBezTo>
                  <a:cubicBezTo>
                    <a:pt x="1" y="15248"/>
                    <a:pt x="4406" y="19630"/>
                    <a:pt x="9838" y="19630"/>
                  </a:cubicBezTo>
                  <a:cubicBezTo>
                    <a:pt x="15248" y="19630"/>
                    <a:pt x="19653" y="15248"/>
                    <a:pt x="19653" y="9815"/>
                  </a:cubicBezTo>
                  <a:cubicBezTo>
                    <a:pt x="19653" y="4406"/>
                    <a:pt x="15248" y="0"/>
                    <a:pt x="9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15"/>
            <p:cNvSpPr/>
            <p:nvPr/>
          </p:nvSpPr>
          <p:spPr>
            <a:xfrm>
              <a:off x="3015700" y="2290125"/>
              <a:ext cx="651100" cy="650550"/>
            </a:xfrm>
            <a:custGeom>
              <a:avLst/>
              <a:gdLst/>
              <a:ahLst/>
              <a:cxnLst/>
              <a:rect l="l" t="t" r="r" b="b"/>
              <a:pathLst>
                <a:path w="26044" h="26022" extrusionOk="0">
                  <a:moveTo>
                    <a:pt x="13033" y="3607"/>
                  </a:moveTo>
                  <a:cubicBezTo>
                    <a:pt x="18215" y="3607"/>
                    <a:pt x="22438" y="7807"/>
                    <a:pt x="22438" y="13011"/>
                  </a:cubicBezTo>
                  <a:cubicBezTo>
                    <a:pt x="22438" y="18215"/>
                    <a:pt x="18215" y="22438"/>
                    <a:pt x="13033" y="22438"/>
                  </a:cubicBezTo>
                  <a:cubicBezTo>
                    <a:pt x="7829" y="22438"/>
                    <a:pt x="3607" y="18215"/>
                    <a:pt x="3607" y="13011"/>
                  </a:cubicBezTo>
                  <a:cubicBezTo>
                    <a:pt x="3607" y="7807"/>
                    <a:pt x="7829" y="3607"/>
                    <a:pt x="13033" y="3607"/>
                  </a:cubicBezTo>
                  <a:close/>
                  <a:moveTo>
                    <a:pt x="13033" y="1"/>
                  </a:moveTo>
                  <a:cubicBezTo>
                    <a:pt x="5844" y="1"/>
                    <a:pt x="0" y="5821"/>
                    <a:pt x="0" y="13011"/>
                  </a:cubicBezTo>
                  <a:cubicBezTo>
                    <a:pt x="0" y="20201"/>
                    <a:pt x="5844" y="26022"/>
                    <a:pt x="13033" y="26022"/>
                  </a:cubicBezTo>
                  <a:cubicBezTo>
                    <a:pt x="20201" y="26022"/>
                    <a:pt x="26044" y="20201"/>
                    <a:pt x="26044" y="13011"/>
                  </a:cubicBezTo>
                  <a:cubicBezTo>
                    <a:pt x="26044" y="5821"/>
                    <a:pt x="20201" y="1"/>
                    <a:pt x="13033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350003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15"/>
            <p:cNvSpPr/>
            <p:nvPr/>
          </p:nvSpPr>
          <p:spPr>
            <a:xfrm>
              <a:off x="3233675" y="2508125"/>
              <a:ext cx="215150" cy="214575"/>
            </a:xfrm>
            <a:custGeom>
              <a:avLst/>
              <a:gdLst/>
              <a:ahLst/>
              <a:cxnLst/>
              <a:rect l="l" t="t" r="r" b="b"/>
              <a:pathLst>
                <a:path w="8606" h="8583" extrusionOk="0">
                  <a:moveTo>
                    <a:pt x="4292" y="3059"/>
                  </a:moveTo>
                  <a:cubicBezTo>
                    <a:pt x="4976" y="3059"/>
                    <a:pt x="5547" y="3629"/>
                    <a:pt x="5547" y="4314"/>
                  </a:cubicBezTo>
                  <a:cubicBezTo>
                    <a:pt x="5547" y="4999"/>
                    <a:pt x="4976" y="5570"/>
                    <a:pt x="4292" y="5570"/>
                  </a:cubicBezTo>
                  <a:cubicBezTo>
                    <a:pt x="3584" y="5570"/>
                    <a:pt x="3036" y="4999"/>
                    <a:pt x="3036" y="4314"/>
                  </a:cubicBezTo>
                  <a:cubicBezTo>
                    <a:pt x="3036" y="3629"/>
                    <a:pt x="3584" y="3059"/>
                    <a:pt x="4292" y="3059"/>
                  </a:cubicBezTo>
                  <a:close/>
                  <a:moveTo>
                    <a:pt x="3789" y="0"/>
                  </a:moveTo>
                  <a:cubicBezTo>
                    <a:pt x="3675" y="0"/>
                    <a:pt x="3561" y="91"/>
                    <a:pt x="3538" y="183"/>
                  </a:cubicBezTo>
                  <a:lnTo>
                    <a:pt x="3287" y="1187"/>
                  </a:lnTo>
                  <a:cubicBezTo>
                    <a:pt x="3128" y="1256"/>
                    <a:pt x="2945" y="1324"/>
                    <a:pt x="2785" y="1415"/>
                  </a:cubicBezTo>
                  <a:lnTo>
                    <a:pt x="1918" y="890"/>
                  </a:lnTo>
                  <a:cubicBezTo>
                    <a:pt x="1880" y="871"/>
                    <a:pt x="1834" y="860"/>
                    <a:pt x="1789" y="860"/>
                  </a:cubicBezTo>
                  <a:cubicBezTo>
                    <a:pt x="1725" y="860"/>
                    <a:pt x="1661" y="883"/>
                    <a:pt x="1621" y="936"/>
                  </a:cubicBezTo>
                  <a:lnTo>
                    <a:pt x="914" y="1644"/>
                  </a:lnTo>
                  <a:cubicBezTo>
                    <a:pt x="822" y="1735"/>
                    <a:pt x="799" y="1849"/>
                    <a:pt x="868" y="1963"/>
                  </a:cubicBezTo>
                  <a:lnTo>
                    <a:pt x="1393" y="2808"/>
                  </a:lnTo>
                  <a:cubicBezTo>
                    <a:pt x="1302" y="2967"/>
                    <a:pt x="1233" y="3150"/>
                    <a:pt x="1165" y="3333"/>
                  </a:cubicBezTo>
                  <a:lnTo>
                    <a:pt x="206" y="3561"/>
                  </a:lnTo>
                  <a:cubicBezTo>
                    <a:pt x="92" y="3584"/>
                    <a:pt x="0" y="3698"/>
                    <a:pt x="0" y="3812"/>
                  </a:cubicBezTo>
                  <a:lnTo>
                    <a:pt x="0" y="4816"/>
                  </a:lnTo>
                  <a:cubicBezTo>
                    <a:pt x="0" y="4930"/>
                    <a:pt x="92" y="5022"/>
                    <a:pt x="206" y="5067"/>
                  </a:cubicBezTo>
                  <a:lnTo>
                    <a:pt x="1165" y="5296"/>
                  </a:lnTo>
                  <a:cubicBezTo>
                    <a:pt x="1233" y="5478"/>
                    <a:pt x="1302" y="5661"/>
                    <a:pt x="1393" y="5821"/>
                  </a:cubicBezTo>
                  <a:lnTo>
                    <a:pt x="868" y="6665"/>
                  </a:lnTo>
                  <a:cubicBezTo>
                    <a:pt x="799" y="6779"/>
                    <a:pt x="822" y="6893"/>
                    <a:pt x="914" y="6985"/>
                  </a:cubicBezTo>
                  <a:lnTo>
                    <a:pt x="1621" y="7692"/>
                  </a:lnTo>
                  <a:cubicBezTo>
                    <a:pt x="1661" y="7746"/>
                    <a:pt x="1725" y="7768"/>
                    <a:pt x="1789" y="7768"/>
                  </a:cubicBezTo>
                  <a:cubicBezTo>
                    <a:pt x="1834" y="7768"/>
                    <a:pt x="1880" y="7757"/>
                    <a:pt x="1918" y="7738"/>
                  </a:cubicBezTo>
                  <a:lnTo>
                    <a:pt x="2785" y="7213"/>
                  </a:lnTo>
                  <a:cubicBezTo>
                    <a:pt x="2945" y="7304"/>
                    <a:pt x="3128" y="7373"/>
                    <a:pt x="3287" y="7418"/>
                  </a:cubicBezTo>
                  <a:lnTo>
                    <a:pt x="3538" y="8400"/>
                  </a:lnTo>
                  <a:cubicBezTo>
                    <a:pt x="3561" y="8514"/>
                    <a:pt x="3675" y="8582"/>
                    <a:pt x="3789" y="8582"/>
                  </a:cubicBezTo>
                  <a:lnTo>
                    <a:pt x="4794" y="8582"/>
                  </a:lnTo>
                  <a:cubicBezTo>
                    <a:pt x="4908" y="8582"/>
                    <a:pt x="4999" y="8514"/>
                    <a:pt x="5045" y="8400"/>
                  </a:cubicBezTo>
                  <a:lnTo>
                    <a:pt x="5273" y="7418"/>
                  </a:lnTo>
                  <a:cubicBezTo>
                    <a:pt x="5456" y="7373"/>
                    <a:pt x="5616" y="7304"/>
                    <a:pt x="5798" y="7213"/>
                  </a:cubicBezTo>
                  <a:lnTo>
                    <a:pt x="6643" y="7738"/>
                  </a:lnTo>
                  <a:cubicBezTo>
                    <a:pt x="6690" y="7757"/>
                    <a:pt x="6737" y="7768"/>
                    <a:pt x="6783" y="7768"/>
                  </a:cubicBezTo>
                  <a:cubicBezTo>
                    <a:pt x="6847" y="7768"/>
                    <a:pt x="6909" y="7746"/>
                    <a:pt x="6962" y="7692"/>
                  </a:cubicBezTo>
                  <a:lnTo>
                    <a:pt x="7670" y="6985"/>
                  </a:lnTo>
                  <a:cubicBezTo>
                    <a:pt x="7738" y="6893"/>
                    <a:pt x="7761" y="6779"/>
                    <a:pt x="7715" y="6665"/>
                  </a:cubicBezTo>
                  <a:lnTo>
                    <a:pt x="7190" y="5821"/>
                  </a:lnTo>
                  <a:cubicBezTo>
                    <a:pt x="7282" y="5661"/>
                    <a:pt x="7350" y="5478"/>
                    <a:pt x="7396" y="5296"/>
                  </a:cubicBezTo>
                  <a:lnTo>
                    <a:pt x="8400" y="5067"/>
                  </a:lnTo>
                  <a:cubicBezTo>
                    <a:pt x="8514" y="5022"/>
                    <a:pt x="8606" y="4930"/>
                    <a:pt x="8606" y="4816"/>
                  </a:cubicBezTo>
                  <a:lnTo>
                    <a:pt x="8606" y="3812"/>
                  </a:lnTo>
                  <a:cubicBezTo>
                    <a:pt x="8606" y="3698"/>
                    <a:pt x="8514" y="3584"/>
                    <a:pt x="8400" y="3561"/>
                  </a:cubicBezTo>
                  <a:lnTo>
                    <a:pt x="7396" y="3333"/>
                  </a:lnTo>
                  <a:cubicBezTo>
                    <a:pt x="7350" y="3150"/>
                    <a:pt x="7282" y="2967"/>
                    <a:pt x="7190" y="2808"/>
                  </a:cubicBezTo>
                  <a:lnTo>
                    <a:pt x="7715" y="1963"/>
                  </a:lnTo>
                  <a:cubicBezTo>
                    <a:pt x="7761" y="1849"/>
                    <a:pt x="7738" y="1735"/>
                    <a:pt x="7670" y="1644"/>
                  </a:cubicBezTo>
                  <a:lnTo>
                    <a:pt x="6962" y="936"/>
                  </a:lnTo>
                  <a:cubicBezTo>
                    <a:pt x="6909" y="883"/>
                    <a:pt x="6847" y="860"/>
                    <a:pt x="6783" y="860"/>
                  </a:cubicBezTo>
                  <a:cubicBezTo>
                    <a:pt x="6737" y="860"/>
                    <a:pt x="6690" y="871"/>
                    <a:pt x="6643" y="890"/>
                  </a:cubicBezTo>
                  <a:lnTo>
                    <a:pt x="5798" y="1415"/>
                  </a:lnTo>
                  <a:cubicBezTo>
                    <a:pt x="5616" y="1324"/>
                    <a:pt x="5456" y="1256"/>
                    <a:pt x="5273" y="1187"/>
                  </a:cubicBezTo>
                  <a:lnTo>
                    <a:pt x="5045" y="183"/>
                  </a:lnTo>
                  <a:cubicBezTo>
                    <a:pt x="4999" y="91"/>
                    <a:pt x="4908" y="0"/>
                    <a:pt x="4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6" name="Google Shape;3846;p115"/>
          <p:cNvGrpSpPr/>
          <p:nvPr/>
        </p:nvGrpSpPr>
        <p:grpSpPr>
          <a:xfrm>
            <a:off x="7298071" y="536352"/>
            <a:ext cx="472514" cy="472544"/>
            <a:chOff x="1863575" y="1989975"/>
            <a:chExt cx="525600" cy="525575"/>
          </a:xfrm>
        </p:grpSpPr>
        <p:sp>
          <p:nvSpPr>
            <p:cNvPr id="3847" name="Google Shape;3847;p115"/>
            <p:cNvSpPr/>
            <p:nvPr/>
          </p:nvSpPr>
          <p:spPr>
            <a:xfrm>
              <a:off x="1863575" y="1989975"/>
              <a:ext cx="525600" cy="525575"/>
            </a:xfrm>
            <a:custGeom>
              <a:avLst/>
              <a:gdLst/>
              <a:ahLst/>
              <a:cxnLst/>
              <a:rect l="l" t="t" r="r" b="b"/>
              <a:pathLst>
                <a:path w="21024" h="21023" extrusionOk="0">
                  <a:moveTo>
                    <a:pt x="10523" y="1"/>
                  </a:moveTo>
                  <a:cubicBezTo>
                    <a:pt x="4703" y="1"/>
                    <a:pt x="1" y="4703"/>
                    <a:pt x="1" y="10523"/>
                  </a:cubicBezTo>
                  <a:cubicBezTo>
                    <a:pt x="1" y="16321"/>
                    <a:pt x="4703" y="21023"/>
                    <a:pt x="10523" y="21023"/>
                  </a:cubicBezTo>
                  <a:cubicBezTo>
                    <a:pt x="16321" y="21023"/>
                    <a:pt x="21023" y="16321"/>
                    <a:pt x="21023" y="10523"/>
                  </a:cubicBezTo>
                  <a:cubicBezTo>
                    <a:pt x="21023" y="4703"/>
                    <a:pt x="16321" y="1"/>
                    <a:pt x="10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15"/>
            <p:cNvSpPr/>
            <p:nvPr/>
          </p:nvSpPr>
          <p:spPr>
            <a:xfrm>
              <a:off x="1962875" y="2089275"/>
              <a:ext cx="327000" cy="327000"/>
            </a:xfrm>
            <a:custGeom>
              <a:avLst/>
              <a:gdLst/>
              <a:ahLst/>
              <a:cxnLst/>
              <a:rect l="l" t="t" r="r" b="b"/>
              <a:pathLst>
                <a:path w="13080" h="13080" extrusionOk="0">
                  <a:moveTo>
                    <a:pt x="6551" y="0"/>
                  </a:moveTo>
                  <a:cubicBezTo>
                    <a:pt x="2922" y="0"/>
                    <a:pt x="1" y="2922"/>
                    <a:pt x="1" y="6551"/>
                  </a:cubicBezTo>
                  <a:cubicBezTo>
                    <a:pt x="1" y="10158"/>
                    <a:pt x="2922" y="13079"/>
                    <a:pt x="6551" y="13079"/>
                  </a:cubicBezTo>
                  <a:cubicBezTo>
                    <a:pt x="10158" y="13079"/>
                    <a:pt x="13079" y="10158"/>
                    <a:pt x="13079" y="6551"/>
                  </a:cubicBezTo>
                  <a:cubicBezTo>
                    <a:pt x="13079" y="2922"/>
                    <a:pt x="10158" y="0"/>
                    <a:pt x="6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15"/>
            <p:cNvSpPr/>
            <p:nvPr/>
          </p:nvSpPr>
          <p:spPr>
            <a:xfrm>
              <a:off x="2103250" y="2330650"/>
              <a:ext cx="46250" cy="20575"/>
            </a:xfrm>
            <a:custGeom>
              <a:avLst/>
              <a:gdLst/>
              <a:ahLst/>
              <a:cxnLst/>
              <a:rect l="l" t="t" r="r" b="b"/>
              <a:pathLst>
                <a:path w="1850" h="823" extrusionOk="0">
                  <a:moveTo>
                    <a:pt x="1" y="1"/>
                  </a:moveTo>
                  <a:cubicBezTo>
                    <a:pt x="69" y="457"/>
                    <a:pt x="457" y="822"/>
                    <a:pt x="936" y="822"/>
                  </a:cubicBezTo>
                  <a:cubicBezTo>
                    <a:pt x="1393" y="822"/>
                    <a:pt x="1781" y="457"/>
                    <a:pt x="1849" y="1"/>
                  </a:cubicBezTo>
                  <a:lnTo>
                    <a:pt x="1849" y="1"/>
                  </a:lnTo>
                  <a:cubicBezTo>
                    <a:pt x="1461" y="23"/>
                    <a:pt x="1142" y="23"/>
                    <a:pt x="936" y="23"/>
                  </a:cubicBezTo>
                  <a:cubicBezTo>
                    <a:pt x="708" y="23"/>
                    <a:pt x="389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15"/>
            <p:cNvSpPr/>
            <p:nvPr/>
          </p:nvSpPr>
          <p:spPr>
            <a:xfrm>
              <a:off x="2067300" y="2154325"/>
              <a:ext cx="118150" cy="117000"/>
            </a:xfrm>
            <a:custGeom>
              <a:avLst/>
              <a:gdLst/>
              <a:ahLst/>
              <a:cxnLst/>
              <a:rect l="l" t="t" r="r" b="b"/>
              <a:pathLst>
                <a:path w="4726" h="4680" extrusionOk="0">
                  <a:moveTo>
                    <a:pt x="2374" y="1"/>
                  </a:moveTo>
                  <a:cubicBezTo>
                    <a:pt x="1279" y="1"/>
                    <a:pt x="389" y="891"/>
                    <a:pt x="389" y="1964"/>
                  </a:cubicBezTo>
                  <a:cubicBezTo>
                    <a:pt x="389" y="2808"/>
                    <a:pt x="252" y="3630"/>
                    <a:pt x="1" y="4406"/>
                  </a:cubicBezTo>
                  <a:cubicBezTo>
                    <a:pt x="594" y="4566"/>
                    <a:pt x="1393" y="4680"/>
                    <a:pt x="2374" y="4680"/>
                  </a:cubicBezTo>
                  <a:cubicBezTo>
                    <a:pt x="3333" y="4680"/>
                    <a:pt x="4132" y="4566"/>
                    <a:pt x="4725" y="4406"/>
                  </a:cubicBezTo>
                  <a:cubicBezTo>
                    <a:pt x="4474" y="3607"/>
                    <a:pt x="4337" y="2785"/>
                    <a:pt x="4337" y="1964"/>
                  </a:cubicBezTo>
                  <a:cubicBezTo>
                    <a:pt x="4337" y="891"/>
                    <a:pt x="3447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15"/>
            <p:cNvSpPr/>
            <p:nvPr/>
          </p:nvSpPr>
          <p:spPr>
            <a:xfrm>
              <a:off x="2052475" y="2277000"/>
              <a:ext cx="147800" cy="41125"/>
            </a:xfrm>
            <a:custGeom>
              <a:avLst/>
              <a:gdLst/>
              <a:ahLst/>
              <a:cxnLst/>
              <a:rect l="l" t="t" r="r" b="b"/>
              <a:pathLst>
                <a:path w="5912" h="1645" extrusionOk="0">
                  <a:moveTo>
                    <a:pt x="411" y="1"/>
                  </a:moveTo>
                  <a:cubicBezTo>
                    <a:pt x="320" y="252"/>
                    <a:pt x="206" y="503"/>
                    <a:pt x="69" y="754"/>
                  </a:cubicBezTo>
                  <a:cubicBezTo>
                    <a:pt x="23" y="845"/>
                    <a:pt x="0" y="891"/>
                    <a:pt x="0" y="891"/>
                  </a:cubicBezTo>
                  <a:cubicBezTo>
                    <a:pt x="0" y="1302"/>
                    <a:pt x="1324" y="1644"/>
                    <a:pt x="2967" y="1644"/>
                  </a:cubicBezTo>
                  <a:cubicBezTo>
                    <a:pt x="4588" y="1644"/>
                    <a:pt x="5912" y="1302"/>
                    <a:pt x="5912" y="891"/>
                  </a:cubicBezTo>
                  <a:cubicBezTo>
                    <a:pt x="5912" y="891"/>
                    <a:pt x="5889" y="845"/>
                    <a:pt x="5843" y="754"/>
                  </a:cubicBezTo>
                  <a:cubicBezTo>
                    <a:pt x="5706" y="503"/>
                    <a:pt x="5592" y="252"/>
                    <a:pt x="5501" y="1"/>
                  </a:cubicBezTo>
                  <a:cubicBezTo>
                    <a:pt x="4771" y="206"/>
                    <a:pt x="3858" y="298"/>
                    <a:pt x="2967" y="298"/>
                  </a:cubicBezTo>
                  <a:cubicBezTo>
                    <a:pt x="2054" y="298"/>
                    <a:pt x="1141" y="206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2" name="Google Shape;3852;p115"/>
          <p:cNvGrpSpPr/>
          <p:nvPr/>
        </p:nvGrpSpPr>
        <p:grpSpPr>
          <a:xfrm>
            <a:off x="7167853" y="3570022"/>
            <a:ext cx="942039" cy="294615"/>
            <a:chOff x="3132100" y="1876425"/>
            <a:chExt cx="985500" cy="308175"/>
          </a:xfrm>
        </p:grpSpPr>
        <p:sp>
          <p:nvSpPr>
            <p:cNvPr id="3853" name="Google Shape;3853;p115"/>
            <p:cNvSpPr/>
            <p:nvPr/>
          </p:nvSpPr>
          <p:spPr>
            <a:xfrm>
              <a:off x="3132100" y="1876425"/>
              <a:ext cx="985500" cy="308175"/>
            </a:xfrm>
            <a:custGeom>
              <a:avLst/>
              <a:gdLst/>
              <a:ahLst/>
              <a:cxnLst/>
              <a:rect l="l" t="t" r="r" b="b"/>
              <a:pathLst>
                <a:path w="39420" h="12327" extrusionOk="0">
                  <a:moveTo>
                    <a:pt x="2785" y="1"/>
                  </a:moveTo>
                  <a:cubicBezTo>
                    <a:pt x="1256" y="1"/>
                    <a:pt x="1" y="1256"/>
                    <a:pt x="1" y="2808"/>
                  </a:cubicBezTo>
                  <a:lnTo>
                    <a:pt x="1" y="9542"/>
                  </a:lnTo>
                  <a:cubicBezTo>
                    <a:pt x="1" y="11071"/>
                    <a:pt x="1256" y="12326"/>
                    <a:pt x="2785" y="12326"/>
                  </a:cubicBezTo>
                  <a:lnTo>
                    <a:pt x="36635" y="12326"/>
                  </a:lnTo>
                  <a:cubicBezTo>
                    <a:pt x="38187" y="12326"/>
                    <a:pt x="39420" y="11071"/>
                    <a:pt x="39420" y="9542"/>
                  </a:cubicBezTo>
                  <a:lnTo>
                    <a:pt x="39420" y="2808"/>
                  </a:lnTo>
                  <a:cubicBezTo>
                    <a:pt x="39420" y="1256"/>
                    <a:pt x="38187" y="1"/>
                    <a:pt x="36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15"/>
            <p:cNvSpPr/>
            <p:nvPr/>
          </p:nvSpPr>
          <p:spPr>
            <a:xfrm>
              <a:off x="3339250" y="1947750"/>
              <a:ext cx="571225" cy="53675"/>
            </a:xfrm>
            <a:custGeom>
              <a:avLst/>
              <a:gdLst/>
              <a:ahLst/>
              <a:cxnLst/>
              <a:rect l="l" t="t" r="r" b="b"/>
              <a:pathLst>
                <a:path w="22849" h="2147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667"/>
                    <a:pt x="480" y="2146"/>
                    <a:pt x="1073" y="2146"/>
                  </a:cubicBezTo>
                  <a:lnTo>
                    <a:pt x="21776" y="2146"/>
                  </a:lnTo>
                  <a:cubicBezTo>
                    <a:pt x="22369" y="2146"/>
                    <a:pt x="22848" y="1667"/>
                    <a:pt x="22848" y="1074"/>
                  </a:cubicBezTo>
                  <a:cubicBezTo>
                    <a:pt x="22848" y="480"/>
                    <a:pt x="22369" y="1"/>
                    <a:pt x="217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15"/>
            <p:cNvSpPr/>
            <p:nvPr/>
          </p:nvSpPr>
          <p:spPr>
            <a:xfrm>
              <a:off x="3476775" y="2063025"/>
              <a:ext cx="296175" cy="53100"/>
            </a:xfrm>
            <a:custGeom>
              <a:avLst/>
              <a:gdLst/>
              <a:ahLst/>
              <a:cxnLst/>
              <a:rect l="l" t="t" r="r" b="b"/>
              <a:pathLst>
                <a:path w="11847" h="2124" extrusionOk="0">
                  <a:moveTo>
                    <a:pt x="1073" y="0"/>
                  </a:moveTo>
                  <a:cubicBezTo>
                    <a:pt x="479" y="0"/>
                    <a:pt x="0" y="480"/>
                    <a:pt x="0" y="1050"/>
                  </a:cubicBezTo>
                  <a:cubicBezTo>
                    <a:pt x="0" y="1644"/>
                    <a:pt x="479" y="2123"/>
                    <a:pt x="1073" y="2123"/>
                  </a:cubicBezTo>
                  <a:lnTo>
                    <a:pt x="10774" y="2123"/>
                  </a:lnTo>
                  <a:cubicBezTo>
                    <a:pt x="11367" y="2123"/>
                    <a:pt x="11846" y="1644"/>
                    <a:pt x="11846" y="1050"/>
                  </a:cubicBezTo>
                  <a:cubicBezTo>
                    <a:pt x="11846" y="480"/>
                    <a:pt x="11367" y="0"/>
                    <a:pt x="107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1031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FD9736-CE42-5F4C-7655-D9C518D2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923DC2-BF6B-7931-10C1-6B6007A11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970" y="611984"/>
            <a:ext cx="7277095" cy="409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24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FD9736-CE42-5F4C-7655-D9C518D2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3AD0CD-AC30-A64A-08A5-82F780561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521219"/>
            <a:ext cx="7296281" cy="42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64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FD9736-CE42-5F4C-7655-D9C518D2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D55D6-1389-9082-F14C-567BA296E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51" y="582539"/>
            <a:ext cx="7459499" cy="41959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115"/>
          <p:cNvSpPr txBox="1">
            <a:spLocks noGrp="1"/>
          </p:cNvSpPr>
          <p:nvPr>
            <p:ph type="title"/>
          </p:nvPr>
        </p:nvSpPr>
        <p:spPr>
          <a:xfrm>
            <a:off x="2428050" y="2387950"/>
            <a:ext cx="4287900" cy="6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800" name="Google Shape;3800;p115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1" name="Google Shape;3801;p115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115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3" name="Google Shape;3803;p115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4" name="Google Shape;3804;p115"/>
          <p:cNvSpPr/>
          <p:nvPr/>
        </p:nvSpPr>
        <p:spPr>
          <a:xfrm>
            <a:off x="1716021" y="5461903"/>
            <a:ext cx="95381" cy="87185"/>
          </a:xfrm>
          <a:custGeom>
            <a:avLst/>
            <a:gdLst/>
            <a:ahLst/>
            <a:cxnLst/>
            <a:rect l="l" t="t" r="r" b="b"/>
            <a:pathLst>
              <a:path w="3561" h="3255" extrusionOk="0">
                <a:moveTo>
                  <a:pt x="430" y="1"/>
                </a:moveTo>
                <a:cubicBezTo>
                  <a:pt x="194" y="1"/>
                  <a:pt x="0" y="279"/>
                  <a:pt x="215" y="458"/>
                </a:cubicBezTo>
                <a:cubicBezTo>
                  <a:pt x="1242" y="1257"/>
                  <a:pt x="2155" y="2170"/>
                  <a:pt x="2977" y="3152"/>
                </a:cubicBezTo>
                <a:cubicBezTo>
                  <a:pt x="3033" y="3224"/>
                  <a:pt x="3100" y="3255"/>
                  <a:pt x="3166" y="3255"/>
                </a:cubicBezTo>
                <a:cubicBezTo>
                  <a:pt x="3369" y="3255"/>
                  <a:pt x="3560" y="2970"/>
                  <a:pt x="3388" y="2764"/>
                </a:cubicBezTo>
                <a:cubicBezTo>
                  <a:pt x="2566" y="1759"/>
                  <a:pt x="1630" y="869"/>
                  <a:pt x="626" y="70"/>
                </a:cubicBezTo>
                <a:cubicBezTo>
                  <a:pt x="563" y="21"/>
                  <a:pt x="495" y="1"/>
                  <a:pt x="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5" name="Google Shape;3805;p115"/>
          <p:cNvGrpSpPr/>
          <p:nvPr/>
        </p:nvGrpSpPr>
        <p:grpSpPr>
          <a:xfrm>
            <a:off x="1174307" y="3130680"/>
            <a:ext cx="637081" cy="1133514"/>
            <a:chOff x="1609282" y="5092055"/>
            <a:chExt cx="637081" cy="1133514"/>
          </a:xfrm>
        </p:grpSpPr>
        <p:sp>
          <p:nvSpPr>
            <p:cNvPr id="3806" name="Google Shape;3806;p115"/>
            <p:cNvSpPr/>
            <p:nvPr/>
          </p:nvSpPr>
          <p:spPr>
            <a:xfrm>
              <a:off x="1609282" y="5092055"/>
              <a:ext cx="375847" cy="809523"/>
            </a:xfrm>
            <a:custGeom>
              <a:avLst/>
              <a:gdLst/>
              <a:ahLst/>
              <a:cxnLst/>
              <a:rect l="l" t="t" r="r" b="b"/>
              <a:pathLst>
                <a:path w="14032" h="30223" extrusionOk="0">
                  <a:moveTo>
                    <a:pt x="8091" y="0"/>
                  </a:moveTo>
                  <a:cubicBezTo>
                    <a:pt x="7784" y="0"/>
                    <a:pt x="7471" y="83"/>
                    <a:pt x="7168" y="274"/>
                  </a:cubicBezTo>
                  <a:cubicBezTo>
                    <a:pt x="5638" y="1210"/>
                    <a:pt x="6529" y="2922"/>
                    <a:pt x="5935" y="4223"/>
                  </a:cubicBezTo>
                  <a:cubicBezTo>
                    <a:pt x="5387" y="5433"/>
                    <a:pt x="3767" y="5958"/>
                    <a:pt x="3379" y="7259"/>
                  </a:cubicBezTo>
                  <a:cubicBezTo>
                    <a:pt x="2922" y="8742"/>
                    <a:pt x="3767" y="10386"/>
                    <a:pt x="3538" y="11892"/>
                  </a:cubicBezTo>
                  <a:cubicBezTo>
                    <a:pt x="3401" y="12851"/>
                    <a:pt x="2854" y="13513"/>
                    <a:pt x="2100" y="14175"/>
                  </a:cubicBezTo>
                  <a:cubicBezTo>
                    <a:pt x="1598" y="14631"/>
                    <a:pt x="1119" y="15088"/>
                    <a:pt x="913" y="15704"/>
                  </a:cubicBezTo>
                  <a:cubicBezTo>
                    <a:pt x="388" y="17256"/>
                    <a:pt x="1575" y="18831"/>
                    <a:pt x="2374" y="20224"/>
                  </a:cubicBezTo>
                  <a:cubicBezTo>
                    <a:pt x="2854" y="21068"/>
                    <a:pt x="3310" y="22141"/>
                    <a:pt x="3036" y="23031"/>
                  </a:cubicBezTo>
                  <a:cubicBezTo>
                    <a:pt x="2740" y="23944"/>
                    <a:pt x="1712" y="24195"/>
                    <a:pt x="1005" y="24789"/>
                  </a:cubicBezTo>
                  <a:cubicBezTo>
                    <a:pt x="0" y="25610"/>
                    <a:pt x="137" y="27025"/>
                    <a:pt x="959" y="28030"/>
                  </a:cubicBezTo>
                  <a:cubicBezTo>
                    <a:pt x="1370" y="28532"/>
                    <a:pt x="1918" y="28920"/>
                    <a:pt x="2511" y="29171"/>
                  </a:cubicBezTo>
                  <a:cubicBezTo>
                    <a:pt x="3744" y="29924"/>
                    <a:pt x="5273" y="30153"/>
                    <a:pt x="6711" y="30198"/>
                  </a:cubicBezTo>
                  <a:cubicBezTo>
                    <a:pt x="7052" y="30213"/>
                    <a:pt x="7425" y="30223"/>
                    <a:pt x="7817" y="30223"/>
                  </a:cubicBezTo>
                  <a:cubicBezTo>
                    <a:pt x="10496" y="30223"/>
                    <a:pt x="14032" y="29751"/>
                    <a:pt x="13833" y="27003"/>
                  </a:cubicBezTo>
                  <a:cubicBezTo>
                    <a:pt x="13741" y="25747"/>
                    <a:pt x="12532" y="24789"/>
                    <a:pt x="12166" y="23625"/>
                  </a:cubicBezTo>
                  <a:cubicBezTo>
                    <a:pt x="11915" y="22803"/>
                    <a:pt x="12417" y="22232"/>
                    <a:pt x="12691" y="21502"/>
                  </a:cubicBezTo>
                  <a:cubicBezTo>
                    <a:pt x="12920" y="20954"/>
                    <a:pt x="12920" y="20361"/>
                    <a:pt x="12691" y="19767"/>
                  </a:cubicBezTo>
                  <a:cubicBezTo>
                    <a:pt x="12258" y="18626"/>
                    <a:pt x="11094" y="17644"/>
                    <a:pt x="10911" y="16457"/>
                  </a:cubicBezTo>
                  <a:cubicBezTo>
                    <a:pt x="10706" y="15019"/>
                    <a:pt x="12326" y="14061"/>
                    <a:pt x="12851" y="12851"/>
                  </a:cubicBezTo>
                  <a:cubicBezTo>
                    <a:pt x="13330" y="11733"/>
                    <a:pt x="12851" y="10591"/>
                    <a:pt x="12189" y="9541"/>
                  </a:cubicBezTo>
                  <a:cubicBezTo>
                    <a:pt x="11847" y="8971"/>
                    <a:pt x="11436" y="8400"/>
                    <a:pt x="11162" y="7784"/>
                  </a:cubicBezTo>
                  <a:cubicBezTo>
                    <a:pt x="10728" y="6916"/>
                    <a:pt x="10820" y="6095"/>
                    <a:pt x="10979" y="5227"/>
                  </a:cubicBezTo>
                  <a:cubicBezTo>
                    <a:pt x="11276" y="3789"/>
                    <a:pt x="11116" y="2397"/>
                    <a:pt x="10066" y="1119"/>
                  </a:cubicBezTo>
                  <a:cubicBezTo>
                    <a:pt x="9579" y="502"/>
                    <a:pt x="8850" y="0"/>
                    <a:pt x="8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15"/>
            <p:cNvSpPr/>
            <p:nvPr/>
          </p:nvSpPr>
          <p:spPr>
            <a:xfrm>
              <a:off x="1792706" y="5358459"/>
              <a:ext cx="15294" cy="836549"/>
            </a:xfrm>
            <a:custGeom>
              <a:avLst/>
              <a:gdLst/>
              <a:ahLst/>
              <a:cxnLst/>
              <a:rect l="l" t="t" r="r" b="b"/>
              <a:pathLst>
                <a:path w="571" h="31232" extrusionOk="0">
                  <a:moveTo>
                    <a:pt x="285" y="0"/>
                  </a:moveTo>
                  <a:cubicBezTo>
                    <a:pt x="143" y="0"/>
                    <a:pt x="0" y="86"/>
                    <a:pt x="0" y="257"/>
                  </a:cubicBezTo>
                  <a:lnTo>
                    <a:pt x="0" y="30957"/>
                  </a:lnTo>
                  <a:cubicBezTo>
                    <a:pt x="0" y="31140"/>
                    <a:pt x="143" y="31231"/>
                    <a:pt x="285" y="31231"/>
                  </a:cubicBezTo>
                  <a:cubicBezTo>
                    <a:pt x="428" y="31231"/>
                    <a:pt x="571" y="31140"/>
                    <a:pt x="571" y="30957"/>
                  </a:cubicBezTo>
                  <a:lnTo>
                    <a:pt x="571" y="257"/>
                  </a:lnTo>
                  <a:cubicBezTo>
                    <a:pt x="571" y="86"/>
                    <a:pt x="428" y="0"/>
                    <a:pt x="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15"/>
            <p:cNvSpPr/>
            <p:nvPr/>
          </p:nvSpPr>
          <p:spPr>
            <a:xfrm>
              <a:off x="1680343" y="5754663"/>
              <a:ext cx="127925" cy="94337"/>
            </a:xfrm>
            <a:custGeom>
              <a:avLst/>
              <a:gdLst/>
              <a:ahLst/>
              <a:cxnLst/>
              <a:rect l="l" t="t" r="r" b="b"/>
              <a:pathLst>
                <a:path w="4776" h="3522" extrusionOk="0">
                  <a:moveTo>
                    <a:pt x="373" y="1"/>
                  </a:moveTo>
                  <a:cubicBezTo>
                    <a:pt x="147" y="1"/>
                    <a:pt x="0" y="359"/>
                    <a:pt x="246" y="530"/>
                  </a:cubicBezTo>
                  <a:cubicBezTo>
                    <a:pt x="1616" y="1420"/>
                    <a:pt x="2940" y="2379"/>
                    <a:pt x="4172" y="3452"/>
                  </a:cubicBezTo>
                  <a:cubicBezTo>
                    <a:pt x="4231" y="3500"/>
                    <a:pt x="4295" y="3521"/>
                    <a:pt x="4356" y="3521"/>
                  </a:cubicBezTo>
                  <a:cubicBezTo>
                    <a:pt x="4582" y="3521"/>
                    <a:pt x="4776" y="3243"/>
                    <a:pt x="4560" y="3064"/>
                  </a:cubicBezTo>
                  <a:cubicBezTo>
                    <a:pt x="3282" y="1968"/>
                    <a:pt x="1935" y="964"/>
                    <a:pt x="520" y="51"/>
                  </a:cubicBezTo>
                  <a:cubicBezTo>
                    <a:pt x="470" y="16"/>
                    <a:pt x="420" y="1"/>
                    <a:pt x="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15"/>
            <p:cNvSpPr/>
            <p:nvPr/>
          </p:nvSpPr>
          <p:spPr>
            <a:xfrm>
              <a:off x="1792465" y="5593122"/>
              <a:ext cx="103203" cy="111185"/>
            </a:xfrm>
            <a:custGeom>
              <a:avLst/>
              <a:gdLst/>
              <a:ahLst/>
              <a:cxnLst/>
              <a:rect l="l" t="t" r="r" b="b"/>
              <a:pathLst>
                <a:path w="3853" h="4151" extrusionOk="0">
                  <a:moveTo>
                    <a:pt x="3430" y="0"/>
                  </a:moveTo>
                  <a:cubicBezTo>
                    <a:pt x="3368" y="0"/>
                    <a:pt x="3305" y="23"/>
                    <a:pt x="3250" y="79"/>
                  </a:cubicBezTo>
                  <a:cubicBezTo>
                    <a:pt x="2086" y="1197"/>
                    <a:pt x="1059" y="2430"/>
                    <a:pt x="146" y="3731"/>
                  </a:cubicBezTo>
                  <a:cubicBezTo>
                    <a:pt x="1" y="3940"/>
                    <a:pt x="198" y="4150"/>
                    <a:pt x="398" y="4150"/>
                  </a:cubicBezTo>
                  <a:cubicBezTo>
                    <a:pt x="482" y="4150"/>
                    <a:pt x="565" y="4114"/>
                    <a:pt x="625" y="4027"/>
                  </a:cubicBezTo>
                  <a:cubicBezTo>
                    <a:pt x="1516" y="2749"/>
                    <a:pt x="2520" y="1562"/>
                    <a:pt x="3638" y="489"/>
                  </a:cubicBezTo>
                  <a:cubicBezTo>
                    <a:pt x="3852" y="293"/>
                    <a:pt x="3649" y="0"/>
                    <a:pt x="3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15"/>
            <p:cNvSpPr/>
            <p:nvPr/>
          </p:nvSpPr>
          <p:spPr>
            <a:xfrm>
              <a:off x="1724833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0" y="1"/>
                  </a:moveTo>
                  <a:lnTo>
                    <a:pt x="731" y="5159"/>
                  </a:lnTo>
                  <a:lnTo>
                    <a:pt x="4680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15"/>
            <p:cNvSpPr/>
            <p:nvPr/>
          </p:nvSpPr>
          <p:spPr>
            <a:xfrm>
              <a:off x="1970023" y="5384574"/>
              <a:ext cx="276341" cy="595136"/>
            </a:xfrm>
            <a:custGeom>
              <a:avLst/>
              <a:gdLst/>
              <a:ahLst/>
              <a:cxnLst/>
              <a:rect l="l" t="t" r="r" b="b"/>
              <a:pathLst>
                <a:path w="10317" h="22219" extrusionOk="0">
                  <a:moveTo>
                    <a:pt x="4384" y="0"/>
                  </a:moveTo>
                  <a:cubicBezTo>
                    <a:pt x="3826" y="0"/>
                    <a:pt x="3280" y="371"/>
                    <a:pt x="2921" y="812"/>
                  </a:cubicBezTo>
                  <a:cubicBezTo>
                    <a:pt x="2145" y="1770"/>
                    <a:pt x="2031" y="2797"/>
                    <a:pt x="2259" y="3847"/>
                  </a:cubicBezTo>
                  <a:cubicBezTo>
                    <a:pt x="2373" y="4486"/>
                    <a:pt x="2442" y="5080"/>
                    <a:pt x="2122" y="5719"/>
                  </a:cubicBezTo>
                  <a:cubicBezTo>
                    <a:pt x="1917" y="6175"/>
                    <a:pt x="1620" y="6586"/>
                    <a:pt x="1369" y="7020"/>
                  </a:cubicBezTo>
                  <a:cubicBezTo>
                    <a:pt x="890" y="7796"/>
                    <a:pt x="524" y="8618"/>
                    <a:pt x="867" y="9440"/>
                  </a:cubicBezTo>
                  <a:cubicBezTo>
                    <a:pt x="1255" y="10330"/>
                    <a:pt x="2442" y="11037"/>
                    <a:pt x="2305" y="12087"/>
                  </a:cubicBezTo>
                  <a:cubicBezTo>
                    <a:pt x="2168" y="12977"/>
                    <a:pt x="1323" y="13685"/>
                    <a:pt x="1004" y="14530"/>
                  </a:cubicBezTo>
                  <a:cubicBezTo>
                    <a:pt x="844" y="14963"/>
                    <a:pt x="821" y="15397"/>
                    <a:pt x="1004" y="15808"/>
                  </a:cubicBezTo>
                  <a:cubicBezTo>
                    <a:pt x="1209" y="16333"/>
                    <a:pt x="1574" y="16744"/>
                    <a:pt x="1392" y="17360"/>
                  </a:cubicBezTo>
                  <a:cubicBezTo>
                    <a:pt x="1118" y="18227"/>
                    <a:pt x="228" y="18912"/>
                    <a:pt x="159" y="19848"/>
                  </a:cubicBezTo>
                  <a:cubicBezTo>
                    <a:pt x="0" y="21855"/>
                    <a:pt x="2594" y="22219"/>
                    <a:pt x="4563" y="22219"/>
                  </a:cubicBezTo>
                  <a:cubicBezTo>
                    <a:pt x="4854" y="22219"/>
                    <a:pt x="5133" y="22211"/>
                    <a:pt x="5386" y="22199"/>
                  </a:cubicBezTo>
                  <a:cubicBezTo>
                    <a:pt x="6436" y="22153"/>
                    <a:pt x="7577" y="21993"/>
                    <a:pt x="8468" y="21446"/>
                  </a:cubicBezTo>
                  <a:cubicBezTo>
                    <a:pt x="8901" y="21240"/>
                    <a:pt x="9312" y="20966"/>
                    <a:pt x="9609" y="20601"/>
                  </a:cubicBezTo>
                  <a:cubicBezTo>
                    <a:pt x="10225" y="19848"/>
                    <a:pt x="10316" y="18821"/>
                    <a:pt x="9586" y="18204"/>
                  </a:cubicBezTo>
                  <a:cubicBezTo>
                    <a:pt x="9061" y="17771"/>
                    <a:pt x="8308" y="17588"/>
                    <a:pt x="8102" y="16926"/>
                  </a:cubicBezTo>
                  <a:cubicBezTo>
                    <a:pt x="7874" y="16264"/>
                    <a:pt x="8217" y="15488"/>
                    <a:pt x="8582" y="14849"/>
                  </a:cubicBezTo>
                  <a:cubicBezTo>
                    <a:pt x="9152" y="13845"/>
                    <a:pt x="10043" y="12681"/>
                    <a:pt x="9655" y="11539"/>
                  </a:cubicBezTo>
                  <a:cubicBezTo>
                    <a:pt x="9495" y="11083"/>
                    <a:pt x="9130" y="10741"/>
                    <a:pt x="8764" y="10421"/>
                  </a:cubicBezTo>
                  <a:cubicBezTo>
                    <a:pt x="8239" y="9919"/>
                    <a:pt x="7828" y="9462"/>
                    <a:pt x="7714" y="8755"/>
                  </a:cubicBezTo>
                  <a:cubicBezTo>
                    <a:pt x="7555" y="7636"/>
                    <a:pt x="8171" y="6427"/>
                    <a:pt x="7851" y="5331"/>
                  </a:cubicBezTo>
                  <a:cubicBezTo>
                    <a:pt x="7555" y="4395"/>
                    <a:pt x="6368" y="4007"/>
                    <a:pt x="5957" y="3117"/>
                  </a:cubicBezTo>
                  <a:cubicBezTo>
                    <a:pt x="5523" y="2158"/>
                    <a:pt x="6162" y="880"/>
                    <a:pt x="5044" y="195"/>
                  </a:cubicBezTo>
                  <a:cubicBezTo>
                    <a:pt x="4829" y="59"/>
                    <a:pt x="4606" y="0"/>
                    <a:pt x="4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15"/>
            <p:cNvSpPr/>
            <p:nvPr/>
          </p:nvSpPr>
          <p:spPr>
            <a:xfrm>
              <a:off x="2100225" y="5580400"/>
              <a:ext cx="11035" cy="614609"/>
            </a:xfrm>
            <a:custGeom>
              <a:avLst/>
              <a:gdLst/>
              <a:ahLst/>
              <a:cxnLst/>
              <a:rect l="l" t="t" r="r" b="b"/>
              <a:pathLst>
                <a:path w="412" h="22946" extrusionOk="0">
                  <a:moveTo>
                    <a:pt x="206" y="0"/>
                  </a:moveTo>
                  <a:cubicBezTo>
                    <a:pt x="103" y="0"/>
                    <a:pt x="0" y="63"/>
                    <a:pt x="0" y="188"/>
                  </a:cubicBezTo>
                  <a:lnTo>
                    <a:pt x="0" y="22740"/>
                  </a:lnTo>
                  <a:cubicBezTo>
                    <a:pt x="0" y="22877"/>
                    <a:pt x="103" y="22945"/>
                    <a:pt x="206" y="22945"/>
                  </a:cubicBezTo>
                  <a:cubicBezTo>
                    <a:pt x="308" y="22945"/>
                    <a:pt x="411" y="22877"/>
                    <a:pt x="411" y="22740"/>
                  </a:cubicBezTo>
                  <a:lnTo>
                    <a:pt x="411" y="188"/>
                  </a:lnTo>
                  <a:cubicBezTo>
                    <a:pt x="411" y="63"/>
                    <a:pt x="308" y="0"/>
                    <a:pt x="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15"/>
            <p:cNvSpPr/>
            <p:nvPr/>
          </p:nvSpPr>
          <p:spPr>
            <a:xfrm>
              <a:off x="2100144" y="5871311"/>
              <a:ext cx="94497" cy="69427"/>
            </a:xfrm>
            <a:custGeom>
              <a:avLst/>
              <a:gdLst/>
              <a:ahLst/>
              <a:cxnLst/>
              <a:rect l="l" t="t" r="r" b="b"/>
              <a:pathLst>
                <a:path w="3528" h="2592" extrusionOk="0">
                  <a:moveTo>
                    <a:pt x="3237" y="1"/>
                  </a:moveTo>
                  <a:cubicBezTo>
                    <a:pt x="3203" y="1"/>
                    <a:pt x="3167" y="10"/>
                    <a:pt x="3130" y="32"/>
                  </a:cubicBezTo>
                  <a:cubicBezTo>
                    <a:pt x="2080" y="717"/>
                    <a:pt x="1099" y="1448"/>
                    <a:pt x="163" y="2246"/>
                  </a:cubicBezTo>
                  <a:cubicBezTo>
                    <a:pt x="1" y="2390"/>
                    <a:pt x="151" y="2591"/>
                    <a:pt x="312" y="2591"/>
                  </a:cubicBezTo>
                  <a:cubicBezTo>
                    <a:pt x="355" y="2591"/>
                    <a:pt x="398" y="2577"/>
                    <a:pt x="437" y="2543"/>
                  </a:cubicBezTo>
                  <a:cubicBezTo>
                    <a:pt x="1350" y="1767"/>
                    <a:pt x="2331" y="1037"/>
                    <a:pt x="3336" y="398"/>
                  </a:cubicBezTo>
                  <a:cubicBezTo>
                    <a:pt x="3527" y="264"/>
                    <a:pt x="3413" y="1"/>
                    <a:pt x="32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15"/>
            <p:cNvSpPr/>
            <p:nvPr/>
          </p:nvSpPr>
          <p:spPr>
            <a:xfrm>
              <a:off x="2036021" y="5752627"/>
              <a:ext cx="75748" cy="81882"/>
            </a:xfrm>
            <a:custGeom>
              <a:avLst/>
              <a:gdLst/>
              <a:ahLst/>
              <a:cxnLst/>
              <a:rect l="l" t="t" r="r" b="b"/>
              <a:pathLst>
                <a:path w="2828" h="3057" extrusionOk="0">
                  <a:moveTo>
                    <a:pt x="303" y="1"/>
                  </a:moveTo>
                  <a:cubicBezTo>
                    <a:pt x="145" y="1"/>
                    <a:pt x="0" y="213"/>
                    <a:pt x="160" y="355"/>
                  </a:cubicBezTo>
                  <a:cubicBezTo>
                    <a:pt x="982" y="1154"/>
                    <a:pt x="1712" y="2021"/>
                    <a:pt x="2374" y="2957"/>
                  </a:cubicBezTo>
                  <a:cubicBezTo>
                    <a:pt x="2417" y="3027"/>
                    <a:pt x="2480" y="3056"/>
                    <a:pt x="2544" y="3056"/>
                  </a:cubicBezTo>
                  <a:cubicBezTo>
                    <a:pt x="2687" y="3056"/>
                    <a:pt x="2827" y="2909"/>
                    <a:pt x="2717" y="2752"/>
                  </a:cubicBezTo>
                  <a:cubicBezTo>
                    <a:pt x="2055" y="1793"/>
                    <a:pt x="1302" y="880"/>
                    <a:pt x="434" y="58"/>
                  </a:cubicBezTo>
                  <a:cubicBezTo>
                    <a:pt x="394" y="18"/>
                    <a:pt x="348" y="1"/>
                    <a:pt x="3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15"/>
            <p:cNvSpPr/>
            <p:nvPr/>
          </p:nvSpPr>
          <p:spPr>
            <a:xfrm>
              <a:off x="2098189" y="5656335"/>
              <a:ext cx="70043" cy="64257"/>
            </a:xfrm>
            <a:custGeom>
              <a:avLst/>
              <a:gdLst/>
              <a:ahLst/>
              <a:cxnLst/>
              <a:rect l="l" t="t" r="r" b="b"/>
              <a:pathLst>
                <a:path w="2615" h="2399" extrusionOk="0">
                  <a:moveTo>
                    <a:pt x="2284" y="1"/>
                  </a:moveTo>
                  <a:cubicBezTo>
                    <a:pt x="2240" y="1"/>
                    <a:pt x="2195" y="15"/>
                    <a:pt x="2153" y="47"/>
                  </a:cubicBezTo>
                  <a:cubicBezTo>
                    <a:pt x="1400" y="640"/>
                    <a:pt x="738" y="1302"/>
                    <a:pt x="122" y="2033"/>
                  </a:cubicBezTo>
                  <a:cubicBezTo>
                    <a:pt x="0" y="2189"/>
                    <a:pt x="130" y="2399"/>
                    <a:pt x="280" y="2399"/>
                  </a:cubicBezTo>
                  <a:cubicBezTo>
                    <a:pt x="326" y="2399"/>
                    <a:pt x="375" y="2378"/>
                    <a:pt x="419" y="2329"/>
                  </a:cubicBezTo>
                  <a:cubicBezTo>
                    <a:pt x="1012" y="1599"/>
                    <a:pt x="1697" y="937"/>
                    <a:pt x="2450" y="343"/>
                  </a:cubicBezTo>
                  <a:cubicBezTo>
                    <a:pt x="2614" y="216"/>
                    <a:pt x="2458" y="1"/>
                    <a:pt x="2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15"/>
            <p:cNvSpPr/>
            <p:nvPr/>
          </p:nvSpPr>
          <p:spPr>
            <a:xfrm>
              <a:off x="2036021" y="6087359"/>
              <a:ext cx="147987" cy="138211"/>
            </a:xfrm>
            <a:custGeom>
              <a:avLst/>
              <a:gdLst/>
              <a:ahLst/>
              <a:cxnLst/>
              <a:rect l="l" t="t" r="r" b="b"/>
              <a:pathLst>
                <a:path w="5525" h="5160" extrusionOk="0">
                  <a:moveTo>
                    <a:pt x="1" y="1"/>
                  </a:moveTo>
                  <a:lnTo>
                    <a:pt x="731" y="5159"/>
                  </a:lnTo>
                  <a:lnTo>
                    <a:pt x="4703" y="5159"/>
                  </a:lnTo>
                  <a:lnTo>
                    <a:pt x="55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7" name="Google Shape;3817;p115"/>
          <p:cNvGrpSpPr/>
          <p:nvPr/>
        </p:nvGrpSpPr>
        <p:grpSpPr>
          <a:xfrm>
            <a:off x="1058419" y="1214304"/>
            <a:ext cx="1675804" cy="560664"/>
            <a:chOff x="1326219" y="4083279"/>
            <a:chExt cx="1675804" cy="560664"/>
          </a:xfrm>
        </p:grpSpPr>
        <p:sp>
          <p:nvSpPr>
            <p:cNvPr id="3818" name="Google Shape;3818;p115"/>
            <p:cNvSpPr/>
            <p:nvPr/>
          </p:nvSpPr>
          <p:spPr>
            <a:xfrm>
              <a:off x="1940024" y="4130367"/>
              <a:ext cx="978242" cy="44651"/>
            </a:xfrm>
            <a:custGeom>
              <a:avLst/>
              <a:gdLst/>
              <a:ahLst/>
              <a:cxnLst/>
              <a:rect l="l" t="t" r="r" b="b"/>
              <a:pathLst>
                <a:path w="36522" h="1667" extrusionOk="0">
                  <a:moveTo>
                    <a:pt x="1" y="0"/>
                  </a:moveTo>
                  <a:lnTo>
                    <a:pt x="1" y="1666"/>
                  </a:lnTo>
                  <a:lnTo>
                    <a:pt x="36521" y="1666"/>
                  </a:lnTo>
                  <a:lnTo>
                    <a:pt x="36521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15"/>
            <p:cNvSpPr/>
            <p:nvPr/>
          </p:nvSpPr>
          <p:spPr>
            <a:xfrm>
              <a:off x="1940024" y="4130367"/>
              <a:ext cx="429230" cy="44651"/>
            </a:xfrm>
            <a:custGeom>
              <a:avLst/>
              <a:gdLst/>
              <a:ahLst/>
              <a:cxnLst/>
              <a:rect l="l" t="t" r="r" b="b"/>
              <a:pathLst>
                <a:path w="16025" h="1667" extrusionOk="0">
                  <a:moveTo>
                    <a:pt x="16024" y="1666"/>
                  </a:moveTo>
                  <a:lnTo>
                    <a:pt x="1" y="1666"/>
                  </a:lnTo>
                  <a:lnTo>
                    <a:pt x="1" y="0"/>
                  </a:lnTo>
                  <a:lnTo>
                    <a:pt x="16024" y="0"/>
                  </a:lnTo>
                  <a:close/>
                </a:path>
              </a:pathLst>
            </a:custGeom>
            <a:solidFill>
              <a:srgbClr val="FF957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15"/>
            <p:cNvSpPr/>
            <p:nvPr/>
          </p:nvSpPr>
          <p:spPr>
            <a:xfrm>
              <a:off x="1326219" y="4083279"/>
              <a:ext cx="1675804" cy="560664"/>
            </a:xfrm>
            <a:custGeom>
              <a:avLst/>
              <a:gdLst/>
              <a:ahLst/>
              <a:cxnLst/>
              <a:rect l="l" t="t" r="r" b="b"/>
              <a:pathLst>
                <a:path w="62565" h="20932" extrusionOk="0">
                  <a:moveTo>
                    <a:pt x="60647" y="20931"/>
                  </a:moveTo>
                  <a:lnTo>
                    <a:pt x="1895" y="20931"/>
                  </a:lnTo>
                  <a:cubicBezTo>
                    <a:pt x="845" y="20931"/>
                    <a:pt x="0" y="20064"/>
                    <a:pt x="0" y="19014"/>
                  </a:cubicBezTo>
                  <a:lnTo>
                    <a:pt x="0" y="1895"/>
                  </a:lnTo>
                  <a:cubicBezTo>
                    <a:pt x="0" y="845"/>
                    <a:pt x="845" y="1"/>
                    <a:pt x="1895" y="1"/>
                  </a:cubicBezTo>
                  <a:lnTo>
                    <a:pt x="60647" y="1"/>
                  </a:lnTo>
                  <a:cubicBezTo>
                    <a:pt x="61720" y="1"/>
                    <a:pt x="62565" y="845"/>
                    <a:pt x="62565" y="1895"/>
                  </a:cubicBezTo>
                  <a:lnTo>
                    <a:pt x="62565" y="19014"/>
                  </a:lnTo>
                  <a:cubicBezTo>
                    <a:pt x="62565" y="20064"/>
                    <a:pt x="61720" y="20931"/>
                    <a:pt x="60647" y="20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1" name="Google Shape;3821;p115"/>
            <p:cNvGrpSpPr/>
            <p:nvPr/>
          </p:nvGrpSpPr>
          <p:grpSpPr>
            <a:xfrm rot="-5400000">
              <a:off x="1429967" y="4141212"/>
              <a:ext cx="445036" cy="445036"/>
              <a:chOff x="5289166" y="402821"/>
              <a:chExt cx="801000" cy="801000"/>
            </a:xfrm>
          </p:grpSpPr>
          <p:sp>
            <p:nvSpPr>
              <p:cNvPr id="3822" name="Google Shape;3822;p115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15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24" name="Google Shape;3824;p115"/>
            <p:cNvSpPr/>
            <p:nvPr/>
          </p:nvSpPr>
          <p:spPr>
            <a:xfrm>
              <a:off x="1985135" y="4199068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15"/>
            <p:cNvSpPr/>
            <p:nvPr/>
          </p:nvSpPr>
          <p:spPr>
            <a:xfrm>
              <a:off x="1985135" y="4329830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15"/>
            <p:cNvSpPr/>
            <p:nvPr/>
          </p:nvSpPr>
          <p:spPr>
            <a:xfrm>
              <a:off x="1985135" y="4460593"/>
              <a:ext cx="834392" cy="62098"/>
            </a:xfrm>
            <a:custGeom>
              <a:avLst/>
              <a:gdLst/>
              <a:ahLst/>
              <a:cxnLst/>
              <a:rect l="l" t="t" r="r" b="b"/>
              <a:pathLst>
                <a:path w="37233" h="2771" extrusionOk="0">
                  <a:moveTo>
                    <a:pt x="1386" y="1"/>
                  </a:moveTo>
                  <a:cubicBezTo>
                    <a:pt x="615" y="1"/>
                    <a:pt x="1" y="615"/>
                    <a:pt x="1" y="1386"/>
                  </a:cubicBezTo>
                  <a:cubicBezTo>
                    <a:pt x="1" y="2157"/>
                    <a:pt x="615" y="2770"/>
                    <a:pt x="1386" y="2770"/>
                  </a:cubicBezTo>
                  <a:lnTo>
                    <a:pt x="35848" y="2770"/>
                  </a:lnTo>
                  <a:cubicBezTo>
                    <a:pt x="36601" y="2770"/>
                    <a:pt x="37232" y="2157"/>
                    <a:pt x="37232" y="1386"/>
                  </a:cubicBezTo>
                  <a:cubicBezTo>
                    <a:pt x="37232" y="615"/>
                    <a:pt x="36601" y="1"/>
                    <a:pt x="358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8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7" name="Google Shape;3827;p115"/>
          <p:cNvSpPr/>
          <p:nvPr/>
        </p:nvSpPr>
        <p:spPr>
          <a:xfrm>
            <a:off x="6643332" y="1262782"/>
            <a:ext cx="352169" cy="352785"/>
          </a:xfrm>
          <a:custGeom>
            <a:avLst/>
            <a:gdLst/>
            <a:ahLst/>
            <a:cxnLst/>
            <a:rect l="l" t="t" r="r" b="b"/>
            <a:pathLst>
              <a:path w="13148" h="13171" extrusionOk="0">
                <a:moveTo>
                  <a:pt x="7784" y="7966"/>
                </a:moveTo>
                <a:cubicBezTo>
                  <a:pt x="7030" y="8651"/>
                  <a:pt x="5866" y="8560"/>
                  <a:pt x="5181" y="7806"/>
                </a:cubicBezTo>
                <a:cubicBezTo>
                  <a:pt x="4519" y="7030"/>
                  <a:pt x="4588" y="5866"/>
                  <a:pt x="5364" y="5182"/>
                </a:cubicBezTo>
                <a:cubicBezTo>
                  <a:pt x="6117" y="4520"/>
                  <a:pt x="7281" y="4588"/>
                  <a:pt x="7966" y="5364"/>
                </a:cubicBezTo>
                <a:cubicBezTo>
                  <a:pt x="8628" y="6140"/>
                  <a:pt x="8560" y="7304"/>
                  <a:pt x="7784" y="7966"/>
                </a:cubicBezTo>
                <a:close/>
                <a:moveTo>
                  <a:pt x="10500" y="10066"/>
                </a:moveTo>
                <a:lnTo>
                  <a:pt x="12189" y="10272"/>
                </a:lnTo>
                <a:lnTo>
                  <a:pt x="12919" y="8788"/>
                </a:lnTo>
                <a:lnTo>
                  <a:pt x="11732" y="7555"/>
                </a:lnTo>
                <a:lnTo>
                  <a:pt x="11824" y="6277"/>
                </a:lnTo>
                <a:lnTo>
                  <a:pt x="13147" y="5204"/>
                </a:lnTo>
                <a:lnTo>
                  <a:pt x="12622" y="3652"/>
                </a:lnTo>
                <a:lnTo>
                  <a:pt x="10911" y="3629"/>
                </a:lnTo>
                <a:lnTo>
                  <a:pt x="10066" y="2671"/>
                </a:lnTo>
                <a:lnTo>
                  <a:pt x="10271" y="959"/>
                </a:lnTo>
                <a:lnTo>
                  <a:pt x="8788" y="228"/>
                </a:lnTo>
                <a:lnTo>
                  <a:pt x="7555" y="1415"/>
                </a:lnTo>
                <a:lnTo>
                  <a:pt x="6277" y="1347"/>
                </a:lnTo>
                <a:lnTo>
                  <a:pt x="5204" y="0"/>
                </a:lnTo>
                <a:lnTo>
                  <a:pt x="3652" y="525"/>
                </a:lnTo>
                <a:lnTo>
                  <a:pt x="3629" y="2237"/>
                </a:lnTo>
                <a:lnTo>
                  <a:pt x="2648" y="3082"/>
                </a:lnTo>
                <a:lnTo>
                  <a:pt x="959" y="2899"/>
                </a:lnTo>
                <a:lnTo>
                  <a:pt x="228" y="4360"/>
                </a:lnTo>
                <a:lnTo>
                  <a:pt x="1415" y="5592"/>
                </a:lnTo>
                <a:lnTo>
                  <a:pt x="1347" y="6871"/>
                </a:lnTo>
                <a:lnTo>
                  <a:pt x="0" y="7943"/>
                </a:lnTo>
                <a:lnTo>
                  <a:pt x="525" y="9495"/>
                </a:lnTo>
                <a:lnTo>
                  <a:pt x="2237" y="9518"/>
                </a:lnTo>
                <a:lnTo>
                  <a:pt x="3081" y="10500"/>
                </a:lnTo>
                <a:lnTo>
                  <a:pt x="2876" y="12212"/>
                </a:lnTo>
                <a:lnTo>
                  <a:pt x="4360" y="12919"/>
                </a:lnTo>
                <a:lnTo>
                  <a:pt x="5592" y="11732"/>
                </a:lnTo>
                <a:lnTo>
                  <a:pt x="6870" y="11824"/>
                </a:lnTo>
                <a:lnTo>
                  <a:pt x="7943" y="13170"/>
                </a:lnTo>
                <a:lnTo>
                  <a:pt x="9495" y="12645"/>
                </a:lnTo>
                <a:lnTo>
                  <a:pt x="9518" y="1091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8" name="Google Shape;3828;p115"/>
          <p:cNvSpPr/>
          <p:nvPr/>
        </p:nvSpPr>
        <p:spPr>
          <a:xfrm>
            <a:off x="6409766" y="1179025"/>
            <a:ext cx="259868" cy="259841"/>
          </a:xfrm>
          <a:custGeom>
            <a:avLst/>
            <a:gdLst/>
            <a:ahLst/>
            <a:cxnLst/>
            <a:rect l="l" t="t" r="r" b="b"/>
            <a:pathLst>
              <a:path w="9702" h="9701" extrusionOk="0">
                <a:moveTo>
                  <a:pt x="5319" y="6094"/>
                </a:moveTo>
                <a:cubicBezTo>
                  <a:pt x="4612" y="6346"/>
                  <a:pt x="3858" y="5980"/>
                  <a:pt x="3607" y="5296"/>
                </a:cubicBezTo>
                <a:cubicBezTo>
                  <a:pt x="3356" y="4588"/>
                  <a:pt x="3721" y="3835"/>
                  <a:pt x="4406" y="3584"/>
                </a:cubicBezTo>
                <a:cubicBezTo>
                  <a:pt x="5114" y="3333"/>
                  <a:pt x="5867" y="3698"/>
                  <a:pt x="6118" y="4383"/>
                </a:cubicBezTo>
                <a:cubicBezTo>
                  <a:pt x="6369" y="5090"/>
                  <a:pt x="6004" y="5843"/>
                  <a:pt x="5319" y="6094"/>
                </a:cubicBezTo>
                <a:close/>
                <a:moveTo>
                  <a:pt x="6575" y="8240"/>
                </a:moveTo>
                <a:lnTo>
                  <a:pt x="7670" y="8811"/>
                </a:lnTo>
                <a:lnTo>
                  <a:pt x="8537" y="8035"/>
                </a:lnTo>
                <a:lnTo>
                  <a:pt x="8058" y="6871"/>
                </a:lnTo>
                <a:lnTo>
                  <a:pt x="8469" y="6026"/>
                </a:lnTo>
                <a:lnTo>
                  <a:pt x="9656" y="5684"/>
                </a:lnTo>
                <a:lnTo>
                  <a:pt x="9702" y="4497"/>
                </a:lnTo>
                <a:lnTo>
                  <a:pt x="8560" y="4017"/>
                </a:lnTo>
                <a:lnTo>
                  <a:pt x="8241" y="3127"/>
                </a:lnTo>
                <a:lnTo>
                  <a:pt x="8834" y="2032"/>
                </a:lnTo>
                <a:lnTo>
                  <a:pt x="8035" y="1164"/>
                </a:lnTo>
                <a:lnTo>
                  <a:pt x="6894" y="1644"/>
                </a:lnTo>
                <a:lnTo>
                  <a:pt x="6050" y="1233"/>
                </a:lnTo>
                <a:lnTo>
                  <a:pt x="5684" y="46"/>
                </a:lnTo>
                <a:lnTo>
                  <a:pt x="4497" y="0"/>
                </a:lnTo>
                <a:lnTo>
                  <a:pt x="4041" y="1141"/>
                </a:lnTo>
                <a:lnTo>
                  <a:pt x="3151" y="1461"/>
                </a:lnTo>
                <a:lnTo>
                  <a:pt x="2055" y="867"/>
                </a:lnTo>
                <a:lnTo>
                  <a:pt x="1188" y="1666"/>
                </a:lnTo>
                <a:lnTo>
                  <a:pt x="1644" y="2808"/>
                </a:lnTo>
                <a:lnTo>
                  <a:pt x="1256" y="3652"/>
                </a:lnTo>
                <a:lnTo>
                  <a:pt x="69" y="4017"/>
                </a:lnTo>
                <a:lnTo>
                  <a:pt x="1" y="5204"/>
                </a:lnTo>
                <a:lnTo>
                  <a:pt x="1165" y="5661"/>
                </a:lnTo>
                <a:lnTo>
                  <a:pt x="1462" y="6551"/>
                </a:lnTo>
                <a:lnTo>
                  <a:pt x="891" y="7647"/>
                </a:lnTo>
                <a:lnTo>
                  <a:pt x="1690" y="8537"/>
                </a:lnTo>
                <a:lnTo>
                  <a:pt x="2831" y="8057"/>
                </a:lnTo>
                <a:lnTo>
                  <a:pt x="3676" y="8445"/>
                </a:lnTo>
                <a:lnTo>
                  <a:pt x="4018" y="9632"/>
                </a:lnTo>
                <a:lnTo>
                  <a:pt x="5205" y="9701"/>
                </a:lnTo>
                <a:lnTo>
                  <a:pt x="5684" y="856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9000"/>
              </a:schemeClr>
            </a:outerShdw>
            <a:reflection stA="1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29" name="Google Shape;3829;p115"/>
          <p:cNvGrpSpPr/>
          <p:nvPr/>
        </p:nvGrpSpPr>
        <p:grpSpPr>
          <a:xfrm>
            <a:off x="1811389" y="1552434"/>
            <a:ext cx="1074309" cy="356822"/>
            <a:chOff x="1725115" y="1291147"/>
            <a:chExt cx="519090" cy="172403"/>
          </a:xfrm>
        </p:grpSpPr>
        <p:sp>
          <p:nvSpPr>
            <p:cNvPr id="3830" name="Google Shape;3830;p115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15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15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3" name="Google Shape;3833;p115"/>
          <p:cNvGrpSpPr/>
          <p:nvPr/>
        </p:nvGrpSpPr>
        <p:grpSpPr>
          <a:xfrm>
            <a:off x="7442631" y="2616366"/>
            <a:ext cx="606268" cy="384783"/>
            <a:chOff x="1779700" y="2799700"/>
            <a:chExt cx="835425" cy="530150"/>
          </a:xfrm>
        </p:grpSpPr>
        <p:sp>
          <p:nvSpPr>
            <p:cNvPr id="3834" name="Google Shape;3834;p115"/>
            <p:cNvSpPr/>
            <p:nvPr/>
          </p:nvSpPr>
          <p:spPr>
            <a:xfrm>
              <a:off x="1779700" y="2799700"/>
              <a:ext cx="835425" cy="530150"/>
            </a:xfrm>
            <a:custGeom>
              <a:avLst/>
              <a:gdLst/>
              <a:ahLst/>
              <a:cxnLst/>
              <a:rect l="l" t="t" r="r" b="b"/>
              <a:pathLst>
                <a:path w="33417" h="21206" extrusionOk="0">
                  <a:moveTo>
                    <a:pt x="3835" y="1"/>
                  </a:moveTo>
                  <a:cubicBezTo>
                    <a:pt x="1713" y="1"/>
                    <a:pt x="1" y="1736"/>
                    <a:pt x="1" y="3836"/>
                  </a:cubicBezTo>
                  <a:lnTo>
                    <a:pt x="1" y="17371"/>
                  </a:lnTo>
                  <a:cubicBezTo>
                    <a:pt x="1" y="19494"/>
                    <a:pt x="1713" y="21206"/>
                    <a:pt x="3835" y="21206"/>
                  </a:cubicBezTo>
                  <a:lnTo>
                    <a:pt x="29582" y="21206"/>
                  </a:lnTo>
                  <a:cubicBezTo>
                    <a:pt x="31705" y="21206"/>
                    <a:pt x="33417" y="19494"/>
                    <a:pt x="33417" y="17371"/>
                  </a:cubicBezTo>
                  <a:lnTo>
                    <a:pt x="33417" y="3836"/>
                  </a:lnTo>
                  <a:cubicBezTo>
                    <a:pt x="33417" y="1736"/>
                    <a:pt x="31705" y="1"/>
                    <a:pt x="29582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15"/>
            <p:cNvSpPr/>
            <p:nvPr/>
          </p:nvSpPr>
          <p:spPr>
            <a:xfrm>
              <a:off x="2013650" y="2880750"/>
              <a:ext cx="368100" cy="368075"/>
            </a:xfrm>
            <a:custGeom>
              <a:avLst/>
              <a:gdLst/>
              <a:ahLst/>
              <a:cxnLst/>
              <a:rect l="l" t="t" r="r" b="b"/>
              <a:pathLst>
                <a:path w="14724" h="14723" extrusionOk="0">
                  <a:moveTo>
                    <a:pt x="7351" y="0"/>
                  </a:moveTo>
                  <a:cubicBezTo>
                    <a:pt x="3288" y="0"/>
                    <a:pt x="1" y="3287"/>
                    <a:pt x="1" y="7373"/>
                  </a:cubicBezTo>
                  <a:cubicBezTo>
                    <a:pt x="1" y="11436"/>
                    <a:pt x="3288" y="14722"/>
                    <a:pt x="7351" y="14722"/>
                  </a:cubicBezTo>
                  <a:cubicBezTo>
                    <a:pt x="11414" y="14722"/>
                    <a:pt x="14723" y="11436"/>
                    <a:pt x="14723" y="7373"/>
                  </a:cubicBezTo>
                  <a:cubicBezTo>
                    <a:pt x="14723" y="3287"/>
                    <a:pt x="11414" y="0"/>
                    <a:pt x="7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15"/>
            <p:cNvSpPr/>
            <p:nvPr/>
          </p:nvSpPr>
          <p:spPr>
            <a:xfrm>
              <a:off x="2116075" y="2970325"/>
              <a:ext cx="163225" cy="188900"/>
            </a:xfrm>
            <a:custGeom>
              <a:avLst/>
              <a:gdLst/>
              <a:ahLst/>
              <a:cxnLst/>
              <a:rect l="l" t="t" r="r" b="b"/>
              <a:pathLst>
                <a:path w="6529" h="7556" extrusionOk="0">
                  <a:moveTo>
                    <a:pt x="1" y="1"/>
                  </a:moveTo>
                  <a:lnTo>
                    <a:pt x="1" y="7556"/>
                  </a:lnTo>
                  <a:lnTo>
                    <a:pt x="6529" y="37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7" name="Google Shape;3837;p115"/>
          <p:cNvGrpSpPr/>
          <p:nvPr/>
        </p:nvGrpSpPr>
        <p:grpSpPr>
          <a:xfrm>
            <a:off x="7228854" y="2435677"/>
            <a:ext cx="458443" cy="319334"/>
            <a:chOff x="3487600" y="3021125"/>
            <a:chExt cx="631725" cy="439975"/>
          </a:xfrm>
        </p:grpSpPr>
        <p:sp>
          <p:nvSpPr>
            <p:cNvPr id="3838" name="Google Shape;3838;p115"/>
            <p:cNvSpPr/>
            <p:nvPr/>
          </p:nvSpPr>
          <p:spPr>
            <a:xfrm>
              <a:off x="3487600" y="302112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49"/>
                  </a:cubicBezTo>
                  <a:cubicBezTo>
                    <a:pt x="1" y="6140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40"/>
                    <a:pt x="25268" y="3949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15"/>
            <p:cNvSpPr/>
            <p:nvPr/>
          </p:nvSpPr>
          <p:spPr>
            <a:xfrm>
              <a:off x="3551525" y="3050800"/>
              <a:ext cx="138100" cy="138675"/>
            </a:xfrm>
            <a:custGeom>
              <a:avLst/>
              <a:gdLst/>
              <a:ahLst/>
              <a:cxnLst/>
              <a:rect l="l" t="t" r="r" b="b"/>
              <a:pathLst>
                <a:path w="5524" h="5547" extrusionOk="0">
                  <a:moveTo>
                    <a:pt x="2762" y="0"/>
                  </a:moveTo>
                  <a:cubicBezTo>
                    <a:pt x="1233" y="0"/>
                    <a:pt x="0" y="1233"/>
                    <a:pt x="0" y="2762"/>
                  </a:cubicBezTo>
                  <a:cubicBezTo>
                    <a:pt x="0" y="4291"/>
                    <a:pt x="1233" y="5547"/>
                    <a:pt x="2762" y="5547"/>
                  </a:cubicBezTo>
                  <a:cubicBezTo>
                    <a:pt x="4291" y="5547"/>
                    <a:pt x="5524" y="4291"/>
                    <a:pt x="5524" y="2762"/>
                  </a:cubicBezTo>
                  <a:cubicBezTo>
                    <a:pt x="5524" y="1233"/>
                    <a:pt x="4291" y="0"/>
                    <a:pt x="27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15"/>
            <p:cNvSpPr/>
            <p:nvPr/>
          </p:nvSpPr>
          <p:spPr>
            <a:xfrm>
              <a:off x="3487600" y="3263075"/>
              <a:ext cx="631725" cy="198025"/>
            </a:xfrm>
            <a:custGeom>
              <a:avLst/>
              <a:gdLst/>
              <a:ahLst/>
              <a:cxnLst/>
              <a:rect l="l" t="t" r="r" b="b"/>
              <a:pathLst>
                <a:path w="25269" h="7921" extrusionOk="0">
                  <a:moveTo>
                    <a:pt x="3972" y="0"/>
                  </a:moveTo>
                  <a:cubicBezTo>
                    <a:pt x="1781" y="0"/>
                    <a:pt x="1" y="1780"/>
                    <a:pt x="1" y="3972"/>
                  </a:cubicBezTo>
                  <a:cubicBezTo>
                    <a:pt x="1" y="6163"/>
                    <a:pt x="1781" y="7920"/>
                    <a:pt x="3972" y="7920"/>
                  </a:cubicBezTo>
                  <a:lnTo>
                    <a:pt x="21297" y="7920"/>
                  </a:lnTo>
                  <a:cubicBezTo>
                    <a:pt x="23488" y="7920"/>
                    <a:pt x="25268" y="6163"/>
                    <a:pt x="25268" y="3972"/>
                  </a:cubicBezTo>
                  <a:cubicBezTo>
                    <a:pt x="25268" y="1780"/>
                    <a:pt x="23488" y="0"/>
                    <a:pt x="21297" y="0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15"/>
            <p:cNvSpPr/>
            <p:nvPr/>
          </p:nvSpPr>
          <p:spPr>
            <a:xfrm>
              <a:off x="3916725" y="3293300"/>
              <a:ext cx="138675" cy="138125"/>
            </a:xfrm>
            <a:custGeom>
              <a:avLst/>
              <a:gdLst/>
              <a:ahLst/>
              <a:cxnLst/>
              <a:rect l="l" t="t" r="r" b="b"/>
              <a:pathLst>
                <a:path w="5547" h="5525" extrusionOk="0">
                  <a:moveTo>
                    <a:pt x="2762" y="1"/>
                  </a:moveTo>
                  <a:cubicBezTo>
                    <a:pt x="1233" y="1"/>
                    <a:pt x="0" y="1233"/>
                    <a:pt x="0" y="2763"/>
                  </a:cubicBezTo>
                  <a:cubicBezTo>
                    <a:pt x="0" y="4292"/>
                    <a:pt x="1233" y="5524"/>
                    <a:pt x="2762" y="5524"/>
                  </a:cubicBezTo>
                  <a:cubicBezTo>
                    <a:pt x="4292" y="5524"/>
                    <a:pt x="5547" y="4292"/>
                    <a:pt x="5547" y="2763"/>
                  </a:cubicBezTo>
                  <a:cubicBezTo>
                    <a:pt x="5547" y="1233"/>
                    <a:pt x="4292" y="1"/>
                    <a:pt x="2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7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2" name="Google Shape;3842;p115"/>
          <p:cNvGrpSpPr/>
          <p:nvPr/>
        </p:nvGrpSpPr>
        <p:grpSpPr>
          <a:xfrm>
            <a:off x="1274208" y="2783867"/>
            <a:ext cx="472503" cy="472169"/>
            <a:chOff x="3015700" y="2290125"/>
            <a:chExt cx="651100" cy="650550"/>
          </a:xfrm>
        </p:grpSpPr>
        <p:sp>
          <p:nvSpPr>
            <p:cNvPr id="3843" name="Google Shape;3843;p115"/>
            <p:cNvSpPr/>
            <p:nvPr/>
          </p:nvSpPr>
          <p:spPr>
            <a:xfrm>
              <a:off x="3095575" y="2370025"/>
              <a:ext cx="491350" cy="490775"/>
            </a:xfrm>
            <a:custGeom>
              <a:avLst/>
              <a:gdLst/>
              <a:ahLst/>
              <a:cxnLst/>
              <a:rect l="l" t="t" r="r" b="b"/>
              <a:pathLst>
                <a:path w="19654" h="19631" extrusionOk="0">
                  <a:moveTo>
                    <a:pt x="9838" y="0"/>
                  </a:moveTo>
                  <a:cubicBezTo>
                    <a:pt x="4406" y="0"/>
                    <a:pt x="1" y="4406"/>
                    <a:pt x="1" y="9815"/>
                  </a:cubicBezTo>
                  <a:cubicBezTo>
                    <a:pt x="1" y="15248"/>
                    <a:pt x="4406" y="19630"/>
                    <a:pt x="9838" y="19630"/>
                  </a:cubicBezTo>
                  <a:cubicBezTo>
                    <a:pt x="15248" y="19630"/>
                    <a:pt x="19653" y="15248"/>
                    <a:pt x="19653" y="9815"/>
                  </a:cubicBezTo>
                  <a:cubicBezTo>
                    <a:pt x="19653" y="4406"/>
                    <a:pt x="15248" y="0"/>
                    <a:pt x="9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15"/>
            <p:cNvSpPr/>
            <p:nvPr/>
          </p:nvSpPr>
          <p:spPr>
            <a:xfrm>
              <a:off x="3015700" y="2290125"/>
              <a:ext cx="651100" cy="650550"/>
            </a:xfrm>
            <a:custGeom>
              <a:avLst/>
              <a:gdLst/>
              <a:ahLst/>
              <a:cxnLst/>
              <a:rect l="l" t="t" r="r" b="b"/>
              <a:pathLst>
                <a:path w="26044" h="26022" extrusionOk="0">
                  <a:moveTo>
                    <a:pt x="13033" y="3607"/>
                  </a:moveTo>
                  <a:cubicBezTo>
                    <a:pt x="18215" y="3607"/>
                    <a:pt x="22438" y="7807"/>
                    <a:pt x="22438" y="13011"/>
                  </a:cubicBezTo>
                  <a:cubicBezTo>
                    <a:pt x="22438" y="18215"/>
                    <a:pt x="18215" y="22438"/>
                    <a:pt x="13033" y="22438"/>
                  </a:cubicBezTo>
                  <a:cubicBezTo>
                    <a:pt x="7829" y="22438"/>
                    <a:pt x="3607" y="18215"/>
                    <a:pt x="3607" y="13011"/>
                  </a:cubicBezTo>
                  <a:cubicBezTo>
                    <a:pt x="3607" y="7807"/>
                    <a:pt x="7829" y="3607"/>
                    <a:pt x="13033" y="3607"/>
                  </a:cubicBezTo>
                  <a:close/>
                  <a:moveTo>
                    <a:pt x="13033" y="1"/>
                  </a:moveTo>
                  <a:cubicBezTo>
                    <a:pt x="5844" y="1"/>
                    <a:pt x="0" y="5821"/>
                    <a:pt x="0" y="13011"/>
                  </a:cubicBezTo>
                  <a:cubicBezTo>
                    <a:pt x="0" y="20201"/>
                    <a:pt x="5844" y="26022"/>
                    <a:pt x="13033" y="26022"/>
                  </a:cubicBezTo>
                  <a:cubicBezTo>
                    <a:pt x="20201" y="26022"/>
                    <a:pt x="26044" y="20201"/>
                    <a:pt x="26044" y="13011"/>
                  </a:cubicBezTo>
                  <a:cubicBezTo>
                    <a:pt x="26044" y="5821"/>
                    <a:pt x="20201" y="1"/>
                    <a:pt x="13033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350003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15"/>
            <p:cNvSpPr/>
            <p:nvPr/>
          </p:nvSpPr>
          <p:spPr>
            <a:xfrm>
              <a:off x="3233675" y="2508125"/>
              <a:ext cx="215150" cy="214575"/>
            </a:xfrm>
            <a:custGeom>
              <a:avLst/>
              <a:gdLst/>
              <a:ahLst/>
              <a:cxnLst/>
              <a:rect l="l" t="t" r="r" b="b"/>
              <a:pathLst>
                <a:path w="8606" h="8583" extrusionOk="0">
                  <a:moveTo>
                    <a:pt x="4292" y="3059"/>
                  </a:moveTo>
                  <a:cubicBezTo>
                    <a:pt x="4976" y="3059"/>
                    <a:pt x="5547" y="3629"/>
                    <a:pt x="5547" y="4314"/>
                  </a:cubicBezTo>
                  <a:cubicBezTo>
                    <a:pt x="5547" y="4999"/>
                    <a:pt x="4976" y="5570"/>
                    <a:pt x="4292" y="5570"/>
                  </a:cubicBezTo>
                  <a:cubicBezTo>
                    <a:pt x="3584" y="5570"/>
                    <a:pt x="3036" y="4999"/>
                    <a:pt x="3036" y="4314"/>
                  </a:cubicBezTo>
                  <a:cubicBezTo>
                    <a:pt x="3036" y="3629"/>
                    <a:pt x="3584" y="3059"/>
                    <a:pt x="4292" y="3059"/>
                  </a:cubicBezTo>
                  <a:close/>
                  <a:moveTo>
                    <a:pt x="3789" y="0"/>
                  </a:moveTo>
                  <a:cubicBezTo>
                    <a:pt x="3675" y="0"/>
                    <a:pt x="3561" y="91"/>
                    <a:pt x="3538" y="183"/>
                  </a:cubicBezTo>
                  <a:lnTo>
                    <a:pt x="3287" y="1187"/>
                  </a:lnTo>
                  <a:cubicBezTo>
                    <a:pt x="3128" y="1256"/>
                    <a:pt x="2945" y="1324"/>
                    <a:pt x="2785" y="1415"/>
                  </a:cubicBezTo>
                  <a:lnTo>
                    <a:pt x="1918" y="890"/>
                  </a:lnTo>
                  <a:cubicBezTo>
                    <a:pt x="1880" y="871"/>
                    <a:pt x="1834" y="860"/>
                    <a:pt x="1789" y="860"/>
                  </a:cubicBezTo>
                  <a:cubicBezTo>
                    <a:pt x="1725" y="860"/>
                    <a:pt x="1661" y="883"/>
                    <a:pt x="1621" y="936"/>
                  </a:cubicBezTo>
                  <a:lnTo>
                    <a:pt x="914" y="1644"/>
                  </a:lnTo>
                  <a:cubicBezTo>
                    <a:pt x="822" y="1735"/>
                    <a:pt x="799" y="1849"/>
                    <a:pt x="868" y="1963"/>
                  </a:cubicBezTo>
                  <a:lnTo>
                    <a:pt x="1393" y="2808"/>
                  </a:lnTo>
                  <a:cubicBezTo>
                    <a:pt x="1302" y="2967"/>
                    <a:pt x="1233" y="3150"/>
                    <a:pt x="1165" y="3333"/>
                  </a:cubicBezTo>
                  <a:lnTo>
                    <a:pt x="206" y="3561"/>
                  </a:lnTo>
                  <a:cubicBezTo>
                    <a:pt x="92" y="3584"/>
                    <a:pt x="0" y="3698"/>
                    <a:pt x="0" y="3812"/>
                  </a:cubicBezTo>
                  <a:lnTo>
                    <a:pt x="0" y="4816"/>
                  </a:lnTo>
                  <a:cubicBezTo>
                    <a:pt x="0" y="4930"/>
                    <a:pt x="92" y="5022"/>
                    <a:pt x="206" y="5067"/>
                  </a:cubicBezTo>
                  <a:lnTo>
                    <a:pt x="1165" y="5296"/>
                  </a:lnTo>
                  <a:cubicBezTo>
                    <a:pt x="1233" y="5478"/>
                    <a:pt x="1302" y="5661"/>
                    <a:pt x="1393" y="5821"/>
                  </a:cubicBezTo>
                  <a:lnTo>
                    <a:pt x="868" y="6665"/>
                  </a:lnTo>
                  <a:cubicBezTo>
                    <a:pt x="799" y="6779"/>
                    <a:pt x="822" y="6893"/>
                    <a:pt x="914" y="6985"/>
                  </a:cubicBezTo>
                  <a:lnTo>
                    <a:pt x="1621" y="7692"/>
                  </a:lnTo>
                  <a:cubicBezTo>
                    <a:pt x="1661" y="7746"/>
                    <a:pt x="1725" y="7768"/>
                    <a:pt x="1789" y="7768"/>
                  </a:cubicBezTo>
                  <a:cubicBezTo>
                    <a:pt x="1834" y="7768"/>
                    <a:pt x="1880" y="7757"/>
                    <a:pt x="1918" y="7738"/>
                  </a:cubicBezTo>
                  <a:lnTo>
                    <a:pt x="2785" y="7213"/>
                  </a:lnTo>
                  <a:cubicBezTo>
                    <a:pt x="2945" y="7304"/>
                    <a:pt x="3128" y="7373"/>
                    <a:pt x="3287" y="7418"/>
                  </a:cubicBezTo>
                  <a:lnTo>
                    <a:pt x="3538" y="8400"/>
                  </a:lnTo>
                  <a:cubicBezTo>
                    <a:pt x="3561" y="8514"/>
                    <a:pt x="3675" y="8582"/>
                    <a:pt x="3789" y="8582"/>
                  </a:cubicBezTo>
                  <a:lnTo>
                    <a:pt x="4794" y="8582"/>
                  </a:lnTo>
                  <a:cubicBezTo>
                    <a:pt x="4908" y="8582"/>
                    <a:pt x="4999" y="8514"/>
                    <a:pt x="5045" y="8400"/>
                  </a:cubicBezTo>
                  <a:lnTo>
                    <a:pt x="5273" y="7418"/>
                  </a:lnTo>
                  <a:cubicBezTo>
                    <a:pt x="5456" y="7373"/>
                    <a:pt x="5616" y="7304"/>
                    <a:pt x="5798" y="7213"/>
                  </a:cubicBezTo>
                  <a:lnTo>
                    <a:pt x="6643" y="7738"/>
                  </a:lnTo>
                  <a:cubicBezTo>
                    <a:pt x="6690" y="7757"/>
                    <a:pt x="6737" y="7768"/>
                    <a:pt x="6783" y="7768"/>
                  </a:cubicBezTo>
                  <a:cubicBezTo>
                    <a:pt x="6847" y="7768"/>
                    <a:pt x="6909" y="7746"/>
                    <a:pt x="6962" y="7692"/>
                  </a:cubicBezTo>
                  <a:lnTo>
                    <a:pt x="7670" y="6985"/>
                  </a:lnTo>
                  <a:cubicBezTo>
                    <a:pt x="7738" y="6893"/>
                    <a:pt x="7761" y="6779"/>
                    <a:pt x="7715" y="6665"/>
                  </a:cubicBezTo>
                  <a:lnTo>
                    <a:pt x="7190" y="5821"/>
                  </a:lnTo>
                  <a:cubicBezTo>
                    <a:pt x="7282" y="5661"/>
                    <a:pt x="7350" y="5478"/>
                    <a:pt x="7396" y="5296"/>
                  </a:cubicBezTo>
                  <a:lnTo>
                    <a:pt x="8400" y="5067"/>
                  </a:lnTo>
                  <a:cubicBezTo>
                    <a:pt x="8514" y="5022"/>
                    <a:pt x="8606" y="4930"/>
                    <a:pt x="8606" y="4816"/>
                  </a:cubicBezTo>
                  <a:lnTo>
                    <a:pt x="8606" y="3812"/>
                  </a:lnTo>
                  <a:cubicBezTo>
                    <a:pt x="8606" y="3698"/>
                    <a:pt x="8514" y="3584"/>
                    <a:pt x="8400" y="3561"/>
                  </a:cubicBezTo>
                  <a:lnTo>
                    <a:pt x="7396" y="3333"/>
                  </a:lnTo>
                  <a:cubicBezTo>
                    <a:pt x="7350" y="3150"/>
                    <a:pt x="7282" y="2967"/>
                    <a:pt x="7190" y="2808"/>
                  </a:cubicBezTo>
                  <a:lnTo>
                    <a:pt x="7715" y="1963"/>
                  </a:lnTo>
                  <a:cubicBezTo>
                    <a:pt x="7761" y="1849"/>
                    <a:pt x="7738" y="1735"/>
                    <a:pt x="7670" y="1644"/>
                  </a:cubicBezTo>
                  <a:lnTo>
                    <a:pt x="6962" y="936"/>
                  </a:lnTo>
                  <a:cubicBezTo>
                    <a:pt x="6909" y="883"/>
                    <a:pt x="6847" y="860"/>
                    <a:pt x="6783" y="860"/>
                  </a:cubicBezTo>
                  <a:cubicBezTo>
                    <a:pt x="6737" y="860"/>
                    <a:pt x="6690" y="871"/>
                    <a:pt x="6643" y="890"/>
                  </a:cubicBezTo>
                  <a:lnTo>
                    <a:pt x="5798" y="1415"/>
                  </a:lnTo>
                  <a:cubicBezTo>
                    <a:pt x="5616" y="1324"/>
                    <a:pt x="5456" y="1256"/>
                    <a:pt x="5273" y="1187"/>
                  </a:cubicBezTo>
                  <a:lnTo>
                    <a:pt x="5045" y="183"/>
                  </a:lnTo>
                  <a:cubicBezTo>
                    <a:pt x="4999" y="91"/>
                    <a:pt x="4908" y="0"/>
                    <a:pt x="4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6" name="Google Shape;3846;p115"/>
          <p:cNvGrpSpPr/>
          <p:nvPr/>
        </p:nvGrpSpPr>
        <p:grpSpPr>
          <a:xfrm>
            <a:off x="6375751" y="1347053"/>
            <a:ext cx="472514" cy="472544"/>
            <a:chOff x="1863575" y="1989975"/>
            <a:chExt cx="525600" cy="525575"/>
          </a:xfrm>
        </p:grpSpPr>
        <p:sp>
          <p:nvSpPr>
            <p:cNvPr id="3847" name="Google Shape;3847;p115"/>
            <p:cNvSpPr/>
            <p:nvPr/>
          </p:nvSpPr>
          <p:spPr>
            <a:xfrm>
              <a:off x="1863575" y="1989975"/>
              <a:ext cx="525600" cy="525575"/>
            </a:xfrm>
            <a:custGeom>
              <a:avLst/>
              <a:gdLst/>
              <a:ahLst/>
              <a:cxnLst/>
              <a:rect l="l" t="t" r="r" b="b"/>
              <a:pathLst>
                <a:path w="21024" h="21023" extrusionOk="0">
                  <a:moveTo>
                    <a:pt x="10523" y="1"/>
                  </a:moveTo>
                  <a:cubicBezTo>
                    <a:pt x="4703" y="1"/>
                    <a:pt x="1" y="4703"/>
                    <a:pt x="1" y="10523"/>
                  </a:cubicBezTo>
                  <a:cubicBezTo>
                    <a:pt x="1" y="16321"/>
                    <a:pt x="4703" y="21023"/>
                    <a:pt x="10523" y="21023"/>
                  </a:cubicBezTo>
                  <a:cubicBezTo>
                    <a:pt x="16321" y="21023"/>
                    <a:pt x="21023" y="16321"/>
                    <a:pt x="21023" y="10523"/>
                  </a:cubicBezTo>
                  <a:cubicBezTo>
                    <a:pt x="21023" y="4703"/>
                    <a:pt x="16321" y="1"/>
                    <a:pt x="10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15"/>
            <p:cNvSpPr/>
            <p:nvPr/>
          </p:nvSpPr>
          <p:spPr>
            <a:xfrm>
              <a:off x="1962875" y="2089275"/>
              <a:ext cx="327000" cy="327000"/>
            </a:xfrm>
            <a:custGeom>
              <a:avLst/>
              <a:gdLst/>
              <a:ahLst/>
              <a:cxnLst/>
              <a:rect l="l" t="t" r="r" b="b"/>
              <a:pathLst>
                <a:path w="13080" h="13080" extrusionOk="0">
                  <a:moveTo>
                    <a:pt x="6551" y="0"/>
                  </a:moveTo>
                  <a:cubicBezTo>
                    <a:pt x="2922" y="0"/>
                    <a:pt x="1" y="2922"/>
                    <a:pt x="1" y="6551"/>
                  </a:cubicBezTo>
                  <a:cubicBezTo>
                    <a:pt x="1" y="10158"/>
                    <a:pt x="2922" y="13079"/>
                    <a:pt x="6551" y="13079"/>
                  </a:cubicBezTo>
                  <a:cubicBezTo>
                    <a:pt x="10158" y="13079"/>
                    <a:pt x="13079" y="10158"/>
                    <a:pt x="13079" y="6551"/>
                  </a:cubicBezTo>
                  <a:cubicBezTo>
                    <a:pt x="13079" y="2922"/>
                    <a:pt x="10158" y="0"/>
                    <a:pt x="65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15"/>
            <p:cNvSpPr/>
            <p:nvPr/>
          </p:nvSpPr>
          <p:spPr>
            <a:xfrm>
              <a:off x="2103250" y="2330650"/>
              <a:ext cx="46250" cy="20575"/>
            </a:xfrm>
            <a:custGeom>
              <a:avLst/>
              <a:gdLst/>
              <a:ahLst/>
              <a:cxnLst/>
              <a:rect l="l" t="t" r="r" b="b"/>
              <a:pathLst>
                <a:path w="1850" h="823" extrusionOk="0">
                  <a:moveTo>
                    <a:pt x="1" y="1"/>
                  </a:moveTo>
                  <a:cubicBezTo>
                    <a:pt x="69" y="457"/>
                    <a:pt x="457" y="822"/>
                    <a:pt x="936" y="822"/>
                  </a:cubicBezTo>
                  <a:cubicBezTo>
                    <a:pt x="1393" y="822"/>
                    <a:pt x="1781" y="457"/>
                    <a:pt x="1849" y="1"/>
                  </a:cubicBezTo>
                  <a:lnTo>
                    <a:pt x="1849" y="1"/>
                  </a:lnTo>
                  <a:cubicBezTo>
                    <a:pt x="1461" y="23"/>
                    <a:pt x="1142" y="23"/>
                    <a:pt x="936" y="23"/>
                  </a:cubicBezTo>
                  <a:cubicBezTo>
                    <a:pt x="708" y="23"/>
                    <a:pt x="389" y="2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15"/>
            <p:cNvSpPr/>
            <p:nvPr/>
          </p:nvSpPr>
          <p:spPr>
            <a:xfrm>
              <a:off x="2067300" y="2154325"/>
              <a:ext cx="118150" cy="117000"/>
            </a:xfrm>
            <a:custGeom>
              <a:avLst/>
              <a:gdLst/>
              <a:ahLst/>
              <a:cxnLst/>
              <a:rect l="l" t="t" r="r" b="b"/>
              <a:pathLst>
                <a:path w="4726" h="4680" extrusionOk="0">
                  <a:moveTo>
                    <a:pt x="2374" y="1"/>
                  </a:moveTo>
                  <a:cubicBezTo>
                    <a:pt x="1279" y="1"/>
                    <a:pt x="389" y="891"/>
                    <a:pt x="389" y="1964"/>
                  </a:cubicBezTo>
                  <a:cubicBezTo>
                    <a:pt x="389" y="2808"/>
                    <a:pt x="252" y="3630"/>
                    <a:pt x="1" y="4406"/>
                  </a:cubicBezTo>
                  <a:cubicBezTo>
                    <a:pt x="594" y="4566"/>
                    <a:pt x="1393" y="4680"/>
                    <a:pt x="2374" y="4680"/>
                  </a:cubicBezTo>
                  <a:cubicBezTo>
                    <a:pt x="3333" y="4680"/>
                    <a:pt x="4132" y="4566"/>
                    <a:pt x="4725" y="4406"/>
                  </a:cubicBezTo>
                  <a:cubicBezTo>
                    <a:pt x="4474" y="3607"/>
                    <a:pt x="4337" y="2785"/>
                    <a:pt x="4337" y="1964"/>
                  </a:cubicBezTo>
                  <a:cubicBezTo>
                    <a:pt x="4337" y="891"/>
                    <a:pt x="3447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15"/>
            <p:cNvSpPr/>
            <p:nvPr/>
          </p:nvSpPr>
          <p:spPr>
            <a:xfrm>
              <a:off x="2052475" y="2277000"/>
              <a:ext cx="147800" cy="41125"/>
            </a:xfrm>
            <a:custGeom>
              <a:avLst/>
              <a:gdLst/>
              <a:ahLst/>
              <a:cxnLst/>
              <a:rect l="l" t="t" r="r" b="b"/>
              <a:pathLst>
                <a:path w="5912" h="1645" extrusionOk="0">
                  <a:moveTo>
                    <a:pt x="411" y="1"/>
                  </a:moveTo>
                  <a:cubicBezTo>
                    <a:pt x="320" y="252"/>
                    <a:pt x="206" y="503"/>
                    <a:pt x="69" y="754"/>
                  </a:cubicBezTo>
                  <a:cubicBezTo>
                    <a:pt x="23" y="845"/>
                    <a:pt x="0" y="891"/>
                    <a:pt x="0" y="891"/>
                  </a:cubicBezTo>
                  <a:cubicBezTo>
                    <a:pt x="0" y="1302"/>
                    <a:pt x="1324" y="1644"/>
                    <a:pt x="2967" y="1644"/>
                  </a:cubicBezTo>
                  <a:cubicBezTo>
                    <a:pt x="4588" y="1644"/>
                    <a:pt x="5912" y="1302"/>
                    <a:pt x="5912" y="891"/>
                  </a:cubicBezTo>
                  <a:cubicBezTo>
                    <a:pt x="5912" y="891"/>
                    <a:pt x="5889" y="845"/>
                    <a:pt x="5843" y="754"/>
                  </a:cubicBezTo>
                  <a:cubicBezTo>
                    <a:pt x="5706" y="503"/>
                    <a:pt x="5592" y="252"/>
                    <a:pt x="5501" y="1"/>
                  </a:cubicBezTo>
                  <a:cubicBezTo>
                    <a:pt x="4771" y="206"/>
                    <a:pt x="3858" y="298"/>
                    <a:pt x="2967" y="298"/>
                  </a:cubicBezTo>
                  <a:cubicBezTo>
                    <a:pt x="2054" y="298"/>
                    <a:pt x="1141" y="206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2" name="Google Shape;3852;p115"/>
          <p:cNvGrpSpPr/>
          <p:nvPr/>
        </p:nvGrpSpPr>
        <p:grpSpPr>
          <a:xfrm>
            <a:off x="7167853" y="3570022"/>
            <a:ext cx="942039" cy="294615"/>
            <a:chOff x="3132100" y="1876425"/>
            <a:chExt cx="985500" cy="308175"/>
          </a:xfrm>
        </p:grpSpPr>
        <p:sp>
          <p:nvSpPr>
            <p:cNvPr id="3853" name="Google Shape;3853;p115"/>
            <p:cNvSpPr/>
            <p:nvPr/>
          </p:nvSpPr>
          <p:spPr>
            <a:xfrm>
              <a:off x="3132100" y="1876425"/>
              <a:ext cx="985500" cy="308175"/>
            </a:xfrm>
            <a:custGeom>
              <a:avLst/>
              <a:gdLst/>
              <a:ahLst/>
              <a:cxnLst/>
              <a:rect l="l" t="t" r="r" b="b"/>
              <a:pathLst>
                <a:path w="39420" h="12327" extrusionOk="0">
                  <a:moveTo>
                    <a:pt x="2785" y="1"/>
                  </a:moveTo>
                  <a:cubicBezTo>
                    <a:pt x="1256" y="1"/>
                    <a:pt x="1" y="1256"/>
                    <a:pt x="1" y="2808"/>
                  </a:cubicBezTo>
                  <a:lnTo>
                    <a:pt x="1" y="9542"/>
                  </a:lnTo>
                  <a:cubicBezTo>
                    <a:pt x="1" y="11071"/>
                    <a:pt x="1256" y="12326"/>
                    <a:pt x="2785" y="12326"/>
                  </a:cubicBezTo>
                  <a:lnTo>
                    <a:pt x="36635" y="12326"/>
                  </a:lnTo>
                  <a:cubicBezTo>
                    <a:pt x="38187" y="12326"/>
                    <a:pt x="39420" y="11071"/>
                    <a:pt x="39420" y="9542"/>
                  </a:cubicBezTo>
                  <a:lnTo>
                    <a:pt x="39420" y="2808"/>
                  </a:lnTo>
                  <a:cubicBezTo>
                    <a:pt x="39420" y="1256"/>
                    <a:pt x="38187" y="1"/>
                    <a:pt x="36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15"/>
            <p:cNvSpPr/>
            <p:nvPr/>
          </p:nvSpPr>
          <p:spPr>
            <a:xfrm>
              <a:off x="3339250" y="1947750"/>
              <a:ext cx="571225" cy="53675"/>
            </a:xfrm>
            <a:custGeom>
              <a:avLst/>
              <a:gdLst/>
              <a:ahLst/>
              <a:cxnLst/>
              <a:rect l="l" t="t" r="r" b="b"/>
              <a:pathLst>
                <a:path w="22849" h="2147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667"/>
                    <a:pt x="480" y="2146"/>
                    <a:pt x="1073" y="2146"/>
                  </a:cubicBezTo>
                  <a:lnTo>
                    <a:pt x="21776" y="2146"/>
                  </a:lnTo>
                  <a:cubicBezTo>
                    <a:pt x="22369" y="2146"/>
                    <a:pt x="22848" y="1667"/>
                    <a:pt x="22848" y="1074"/>
                  </a:cubicBezTo>
                  <a:cubicBezTo>
                    <a:pt x="22848" y="480"/>
                    <a:pt x="22369" y="1"/>
                    <a:pt x="217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15"/>
            <p:cNvSpPr/>
            <p:nvPr/>
          </p:nvSpPr>
          <p:spPr>
            <a:xfrm>
              <a:off x="3476775" y="2063025"/>
              <a:ext cx="296175" cy="53100"/>
            </a:xfrm>
            <a:custGeom>
              <a:avLst/>
              <a:gdLst/>
              <a:ahLst/>
              <a:cxnLst/>
              <a:rect l="l" t="t" r="r" b="b"/>
              <a:pathLst>
                <a:path w="11847" h="2124" extrusionOk="0">
                  <a:moveTo>
                    <a:pt x="1073" y="0"/>
                  </a:moveTo>
                  <a:cubicBezTo>
                    <a:pt x="479" y="0"/>
                    <a:pt x="0" y="480"/>
                    <a:pt x="0" y="1050"/>
                  </a:cubicBezTo>
                  <a:cubicBezTo>
                    <a:pt x="0" y="1644"/>
                    <a:pt x="479" y="2123"/>
                    <a:pt x="1073" y="2123"/>
                  </a:cubicBezTo>
                  <a:lnTo>
                    <a:pt x="10774" y="2123"/>
                  </a:lnTo>
                  <a:cubicBezTo>
                    <a:pt x="11367" y="2123"/>
                    <a:pt x="11846" y="1644"/>
                    <a:pt x="11846" y="1050"/>
                  </a:cubicBezTo>
                  <a:cubicBezTo>
                    <a:pt x="11846" y="480"/>
                    <a:pt x="11367" y="0"/>
                    <a:pt x="107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352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4" name="Google Shape;4204;p123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4210" name="Google Shape;4210;p123"/>
          <p:cNvGrpSpPr/>
          <p:nvPr/>
        </p:nvGrpSpPr>
        <p:grpSpPr>
          <a:xfrm>
            <a:off x="4676874" y="1329001"/>
            <a:ext cx="3628999" cy="2848200"/>
            <a:chOff x="4331274" y="1329001"/>
            <a:chExt cx="3628999" cy="2848200"/>
          </a:xfrm>
        </p:grpSpPr>
        <p:grpSp>
          <p:nvGrpSpPr>
            <p:cNvPr id="4211" name="Google Shape;4211;p123"/>
            <p:cNvGrpSpPr/>
            <p:nvPr/>
          </p:nvGrpSpPr>
          <p:grpSpPr>
            <a:xfrm rot="5400000" flipH="1">
              <a:off x="5234996" y="2541645"/>
              <a:ext cx="801000" cy="801000"/>
              <a:chOff x="5372267" y="434783"/>
              <a:chExt cx="801000" cy="801000"/>
            </a:xfrm>
          </p:grpSpPr>
          <p:sp>
            <p:nvSpPr>
              <p:cNvPr id="4212" name="Google Shape;4212;p123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123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14" name="Google Shape;4214;p123"/>
            <p:cNvSpPr/>
            <p:nvPr/>
          </p:nvSpPr>
          <p:spPr>
            <a:xfrm rot="-430288" flipH="1">
              <a:off x="5768217" y="2126655"/>
              <a:ext cx="542144" cy="1716950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15" name="Google Shape;4215;p123"/>
            <p:cNvGrpSpPr/>
            <p:nvPr/>
          </p:nvGrpSpPr>
          <p:grpSpPr>
            <a:xfrm flipH="1">
              <a:off x="5061739" y="1452317"/>
              <a:ext cx="627083" cy="436814"/>
              <a:chOff x="5779976" y="1418876"/>
              <a:chExt cx="421200" cy="293400"/>
            </a:xfrm>
          </p:grpSpPr>
          <p:sp>
            <p:nvSpPr>
              <p:cNvPr id="4216" name="Google Shape;4216;p123"/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123"/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4218" name="Google Shape;4218;p123"/>
            <p:cNvSpPr/>
            <p:nvPr/>
          </p:nvSpPr>
          <p:spPr>
            <a:xfrm>
              <a:off x="6282673" y="1329001"/>
              <a:ext cx="1677600" cy="2848200"/>
            </a:xfrm>
            <a:prstGeom prst="roundRect">
              <a:avLst>
                <a:gd name="adj" fmla="val 1004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123"/>
            <p:cNvSpPr/>
            <p:nvPr/>
          </p:nvSpPr>
          <p:spPr>
            <a:xfrm>
              <a:off x="6331650" y="1860175"/>
              <a:ext cx="1577700" cy="2260500"/>
            </a:xfrm>
            <a:prstGeom prst="roundRect">
              <a:avLst>
                <a:gd name="adj" fmla="val 3424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123"/>
            <p:cNvSpPr/>
            <p:nvPr/>
          </p:nvSpPr>
          <p:spPr>
            <a:xfrm>
              <a:off x="6474026" y="1445487"/>
              <a:ext cx="71135" cy="7113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123"/>
            <p:cNvSpPr/>
            <p:nvPr/>
          </p:nvSpPr>
          <p:spPr>
            <a:xfrm>
              <a:off x="6615915" y="1445487"/>
              <a:ext cx="71174" cy="7113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123"/>
            <p:cNvSpPr/>
            <p:nvPr/>
          </p:nvSpPr>
          <p:spPr>
            <a:xfrm>
              <a:off x="6757823" y="1445487"/>
              <a:ext cx="71155" cy="7113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123"/>
            <p:cNvSpPr/>
            <p:nvPr/>
          </p:nvSpPr>
          <p:spPr>
            <a:xfrm>
              <a:off x="6432549" y="1666144"/>
              <a:ext cx="721670" cy="44511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123"/>
            <p:cNvSpPr/>
            <p:nvPr/>
          </p:nvSpPr>
          <p:spPr>
            <a:xfrm>
              <a:off x="6068484" y="2157656"/>
              <a:ext cx="1677629" cy="1677220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123"/>
            <p:cNvSpPr/>
            <p:nvPr/>
          </p:nvSpPr>
          <p:spPr>
            <a:xfrm>
              <a:off x="6098536" y="3037212"/>
              <a:ext cx="1617509" cy="768049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123"/>
            <p:cNvSpPr/>
            <p:nvPr/>
          </p:nvSpPr>
          <p:spPr>
            <a:xfrm>
              <a:off x="6098536" y="2187318"/>
              <a:ext cx="1616750" cy="849869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123"/>
            <p:cNvSpPr/>
            <p:nvPr/>
          </p:nvSpPr>
          <p:spPr>
            <a:xfrm>
              <a:off x="6818296" y="2384386"/>
              <a:ext cx="323000" cy="448903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123"/>
            <p:cNvSpPr/>
            <p:nvPr/>
          </p:nvSpPr>
          <p:spPr>
            <a:xfrm>
              <a:off x="6673371" y="2579936"/>
              <a:ext cx="122516" cy="289874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123"/>
            <p:cNvSpPr/>
            <p:nvPr/>
          </p:nvSpPr>
          <p:spPr>
            <a:xfrm>
              <a:off x="6432938" y="3180249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123"/>
            <p:cNvSpPr/>
            <p:nvPr/>
          </p:nvSpPr>
          <p:spPr>
            <a:xfrm>
              <a:off x="6432938" y="3370466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31" name="Google Shape;4231;p123"/>
            <p:cNvGrpSpPr/>
            <p:nvPr/>
          </p:nvGrpSpPr>
          <p:grpSpPr>
            <a:xfrm>
              <a:off x="6647232" y="3130557"/>
              <a:ext cx="948437" cy="402155"/>
              <a:chOff x="5806369" y="3534407"/>
              <a:chExt cx="948437" cy="402155"/>
            </a:xfrm>
          </p:grpSpPr>
          <p:sp>
            <p:nvSpPr>
              <p:cNvPr id="4232" name="Google Shape;4232;p123"/>
              <p:cNvSpPr/>
              <p:nvPr/>
            </p:nvSpPr>
            <p:spPr>
              <a:xfrm>
                <a:off x="6432938" y="3560663"/>
                <a:ext cx="101580" cy="101580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5219" extrusionOk="0">
                    <a:moveTo>
                      <a:pt x="2600" y="1"/>
                    </a:moveTo>
                    <a:cubicBezTo>
                      <a:pt x="1173" y="1"/>
                      <a:pt x="1" y="1153"/>
                      <a:pt x="1" y="2600"/>
                    </a:cubicBezTo>
                    <a:cubicBezTo>
                      <a:pt x="1" y="4046"/>
                      <a:pt x="1173" y="5219"/>
                      <a:pt x="2600" y="5219"/>
                    </a:cubicBezTo>
                    <a:cubicBezTo>
                      <a:pt x="4046" y="5219"/>
                      <a:pt x="5219" y="4046"/>
                      <a:pt x="5219" y="2600"/>
                    </a:cubicBezTo>
                    <a:cubicBezTo>
                      <a:pt x="5219" y="1153"/>
                      <a:pt x="4046" y="1"/>
                      <a:pt x="2600" y="1"/>
                    </a:cubicBezTo>
                    <a:close/>
                  </a:path>
                </a:pathLst>
              </a:custGeom>
              <a:solidFill>
                <a:srgbClr val="C7A2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123"/>
              <p:cNvSpPr/>
              <p:nvPr/>
            </p:nvSpPr>
            <p:spPr>
              <a:xfrm>
                <a:off x="5806369" y="3653504"/>
                <a:ext cx="948437" cy="283058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14543" extrusionOk="0">
                    <a:moveTo>
                      <a:pt x="0" y="0"/>
                    </a:moveTo>
                    <a:lnTo>
                      <a:pt x="0" y="11688"/>
                    </a:lnTo>
                    <a:cubicBezTo>
                      <a:pt x="0" y="13271"/>
                      <a:pt x="1271" y="14542"/>
                      <a:pt x="2854" y="14542"/>
                    </a:cubicBezTo>
                    <a:lnTo>
                      <a:pt x="45875" y="14542"/>
                    </a:lnTo>
                    <a:cubicBezTo>
                      <a:pt x="47438" y="14542"/>
                      <a:pt x="48728" y="13271"/>
                      <a:pt x="48728" y="11688"/>
                    </a:cubicBezTo>
                    <a:lnTo>
                      <a:pt x="487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123"/>
              <p:cNvSpPr/>
              <p:nvPr/>
            </p:nvSpPr>
            <p:spPr>
              <a:xfrm>
                <a:off x="5806369" y="3534407"/>
                <a:ext cx="948437" cy="119117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6120" extrusionOk="0">
                    <a:moveTo>
                      <a:pt x="2854" y="1"/>
                    </a:moveTo>
                    <a:cubicBezTo>
                      <a:pt x="1271" y="1"/>
                      <a:pt x="0" y="1291"/>
                      <a:pt x="0" y="2854"/>
                    </a:cubicBezTo>
                    <a:lnTo>
                      <a:pt x="0" y="6119"/>
                    </a:lnTo>
                    <a:lnTo>
                      <a:pt x="48728" y="6119"/>
                    </a:lnTo>
                    <a:lnTo>
                      <a:pt x="48728" y="2854"/>
                    </a:lnTo>
                    <a:cubicBezTo>
                      <a:pt x="48728" y="1291"/>
                      <a:pt x="47438" y="1"/>
                      <a:pt x="45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123"/>
              <p:cNvSpPr/>
              <p:nvPr/>
            </p:nvSpPr>
            <p:spPr>
              <a:xfrm>
                <a:off x="5961201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7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7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123"/>
              <p:cNvSpPr/>
              <p:nvPr/>
            </p:nvSpPr>
            <p:spPr>
              <a:xfrm>
                <a:off x="6043376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5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5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123"/>
              <p:cNvSpPr/>
              <p:nvPr/>
            </p:nvSpPr>
            <p:spPr>
              <a:xfrm>
                <a:off x="5907949" y="3721217"/>
                <a:ext cx="145353" cy="144945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7447" extrusionOk="0">
                    <a:moveTo>
                      <a:pt x="3733" y="0"/>
                    </a:moveTo>
                    <a:cubicBezTo>
                      <a:pt x="1681" y="0"/>
                      <a:pt x="1" y="1661"/>
                      <a:pt x="1" y="3714"/>
                    </a:cubicBezTo>
                    <a:cubicBezTo>
                      <a:pt x="1" y="5786"/>
                      <a:pt x="1681" y="7446"/>
                      <a:pt x="3733" y="7446"/>
                    </a:cubicBezTo>
                    <a:cubicBezTo>
                      <a:pt x="5805" y="7446"/>
                      <a:pt x="7467" y="5786"/>
                      <a:pt x="7467" y="3714"/>
                    </a:cubicBezTo>
                    <a:cubicBezTo>
                      <a:pt x="7467" y="1661"/>
                      <a:pt x="5805" y="0"/>
                      <a:pt x="37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123"/>
              <p:cNvSpPr/>
              <p:nvPr/>
            </p:nvSpPr>
            <p:spPr>
              <a:xfrm>
                <a:off x="6116793" y="3740233"/>
                <a:ext cx="510197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26213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8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25410" y="1721"/>
                    </a:lnTo>
                    <a:cubicBezTo>
                      <a:pt x="25840" y="1721"/>
                      <a:pt x="26212" y="1369"/>
                      <a:pt x="26212" y="918"/>
                    </a:cubicBezTo>
                    <a:lnTo>
                      <a:pt x="26212" y="801"/>
                    </a:lnTo>
                    <a:cubicBezTo>
                      <a:pt x="26212" y="352"/>
                      <a:pt x="25840" y="1"/>
                      <a:pt x="254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123"/>
              <p:cNvSpPr/>
              <p:nvPr/>
            </p:nvSpPr>
            <p:spPr>
              <a:xfrm>
                <a:off x="6116793" y="3823926"/>
                <a:ext cx="28420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14602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9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13820" y="1721"/>
                    </a:lnTo>
                    <a:cubicBezTo>
                      <a:pt x="14250" y="1721"/>
                      <a:pt x="14602" y="1369"/>
                      <a:pt x="14602" y="919"/>
                    </a:cubicBezTo>
                    <a:lnTo>
                      <a:pt x="14602" y="801"/>
                    </a:lnTo>
                    <a:cubicBezTo>
                      <a:pt x="14602" y="352"/>
                      <a:pt x="14250" y="1"/>
                      <a:pt x="138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123"/>
              <p:cNvSpPr/>
              <p:nvPr/>
            </p:nvSpPr>
            <p:spPr>
              <a:xfrm>
                <a:off x="6435235" y="3823926"/>
                <a:ext cx="8141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721" extrusionOk="0">
                    <a:moveTo>
                      <a:pt x="860" y="1"/>
                    </a:moveTo>
                    <a:cubicBezTo>
                      <a:pt x="371" y="1"/>
                      <a:pt x="0" y="392"/>
                      <a:pt x="0" y="861"/>
                    </a:cubicBezTo>
                    <a:cubicBezTo>
                      <a:pt x="0" y="1330"/>
                      <a:pt x="371" y="1721"/>
                      <a:pt x="860" y="1721"/>
                    </a:cubicBezTo>
                    <a:lnTo>
                      <a:pt x="3323" y="1721"/>
                    </a:lnTo>
                    <a:cubicBezTo>
                      <a:pt x="3792" y="1721"/>
                      <a:pt x="4183" y="1330"/>
                      <a:pt x="4183" y="861"/>
                    </a:cubicBezTo>
                    <a:cubicBezTo>
                      <a:pt x="4183" y="392"/>
                      <a:pt x="3792" y="1"/>
                      <a:pt x="3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1" name="Google Shape;4241;p123"/>
            <p:cNvSpPr/>
            <p:nvPr/>
          </p:nvSpPr>
          <p:spPr>
            <a:xfrm>
              <a:off x="5900339" y="1446873"/>
              <a:ext cx="481230" cy="481210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123"/>
            <p:cNvSpPr/>
            <p:nvPr/>
          </p:nvSpPr>
          <p:spPr>
            <a:xfrm>
              <a:off x="6055152" y="1516105"/>
              <a:ext cx="171601" cy="171212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123"/>
            <p:cNvSpPr/>
            <p:nvPr/>
          </p:nvSpPr>
          <p:spPr>
            <a:xfrm>
              <a:off x="5976422" y="1724578"/>
              <a:ext cx="329461" cy="188708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4" name="Google Shape;4244;p123"/>
            <p:cNvGrpSpPr/>
            <p:nvPr/>
          </p:nvGrpSpPr>
          <p:grpSpPr>
            <a:xfrm>
              <a:off x="4331274" y="2093184"/>
              <a:ext cx="1074309" cy="356822"/>
              <a:chOff x="1725115" y="1291147"/>
              <a:chExt cx="519090" cy="172403"/>
            </a:xfrm>
          </p:grpSpPr>
          <p:sp>
            <p:nvSpPr>
              <p:cNvPr id="4245" name="Google Shape;4245;p123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123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123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8" name="Google Shape;4248;p123"/>
            <p:cNvSpPr/>
            <p:nvPr/>
          </p:nvSpPr>
          <p:spPr>
            <a:xfrm>
              <a:off x="5561036" y="3739088"/>
              <a:ext cx="185700" cy="1857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123"/>
            <p:cNvSpPr/>
            <p:nvPr/>
          </p:nvSpPr>
          <p:spPr>
            <a:xfrm>
              <a:off x="5885696" y="3574551"/>
              <a:ext cx="86400" cy="864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50" name="Google Shape;4250;p123"/>
            <p:cNvGrpSpPr/>
            <p:nvPr/>
          </p:nvGrpSpPr>
          <p:grpSpPr>
            <a:xfrm>
              <a:off x="4825565" y="3357409"/>
              <a:ext cx="546643" cy="356848"/>
              <a:chOff x="5013102" y="2654046"/>
              <a:chExt cx="546643" cy="356848"/>
            </a:xfrm>
          </p:grpSpPr>
          <p:sp>
            <p:nvSpPr>
              <p:cNvPr id="4251" name="Google Shape;4251;p123"/>
              <p:cNvSpPr/>
              <p:nvPr/>
            </p:nvSpPr>
            <p:spPr>
              <a:xfrm>
                <a:off x="5013102" y="2654046"/>
                <a:ext cx="546643" cy="356848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123"/>
              <p:cNvSpPr/>
              <p:nvPr/>
            </p:nvSpPr>
            <p:spPr>
              <a:xfrm>
                <a:off x="5106723" y="2758236"/>
                <a:ext cx="359392" cy="76161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Google Shape;3379;p109">
            <a:extLst>
              <a:ext uri="{FF2B5EF4-FFF2-40B4-BE49-F238E27FC236}">
                <a16:creationId xmlns:a16="http://schemas.microsoft.com/office/drawing/2014/main" id="{99700F1E-AC6E-B263-5E48-E71D3E8CF815}"/>
              </a:ext>
            </a:extLst>
          </p:cNvPr>
          <p:cNvSpPr/>
          <p:nvPr/>
        </p:nvSpPr>
        <p:spPr>
          <a:xfrm>
            <a:off x="713200" y="3472040"/>
            <a:ext cx="3699498" cy="5513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410;p109">
            <a:extLst>
              <a:ext uri="{FF2B5EF4-FFF2-40B4-BE49-F238E27FC236}">
                <a16:creationId xmlns:a16="http://schemas.microsoft.com/office/drawing/2014/main" id="{006A5820-7798-7C1F-A85C-C1A067F1975E}"/>
              </a:ext>
            </a:extLst>
          </p:cNvPr>
          <p:cNvSpPr txBox="1"/>
          <p:nvPr/>
        </p:nvSpPr>
        <p:spPr>
          <a:xfrm>
            <a:off x="1052287" y="3472040"/>
            <a:ext cx="3113313" cy="551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D37A-7FF8-1B5F-7702-C910A526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10254-FD98-95AF-B336-8BB32783450C}"/>
              </a:ext>
            </a:extLst>
          </p:cNvPr>
          <p:cNvSpPr txBox="1"/>
          <p:nvPr/>
        </p:nvSpPr>
        <p:spPr>
          <a:xfrm>
            <a:off x="720000" y="1402080"/>
            <a:ext cx="2388960" cy="264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Saif-ur-Rehman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Database management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EHR Creation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Appointment Approvals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Dynamic Styling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Chat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03DC43-804E-0C04-1061-A30BAE05425F}"/>
              </a:ext>
            </a:extLst>
          </p:cNvPr>
          <p:cNvSpPr txBox="1"/>
          <p:nvPr/>
        </p:nvSpPr>
        <p:spPr>
          <a:xfrm>
            <a:off x="3190876" y="1402080"/>
            <a:ext cx="312039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Humayun Masood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Login Management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EHR Updation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Appointments requests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Design Artifacts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Static Styling</a:t>
            </a:r>
          </a:p>
          <a:p>
            <a:pPr marL="285750" indent="-285750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D09DE2-0CA3-4B8E-BD29-267F99C4413E}"/>
              </a:ext>
            </a:extLst>
          </p:cNvPr>
          <p:cNvSpPr txBox="1"/>
          <p:nvPr/>
        </p:nvSpPr>
        <p:spPr>
          <a:xfrm>
            <a:off x="5953125" y="1402080"/>
            <a:ext cx="25527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Umer Farooq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Frond-End management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Patient Feedback Form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Documentation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Trello board management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ü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40940"/>
      </p:ext>
    </p:extLst>
  </p:cSld>
  <p:clrMapOvr>
    <a:masterClrMapping/>
  </p:clrMapOvr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197</Words>
  <Application>Microsoft Macintosh PowerPoint</Application>
  <PresentationFormat>On-screen Show (16:9)</PresentationFormat>
  <Paragraphs>89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Wingdings</vt:lpstr>
      <vt:lpstr>Montserrat</vt:lpstr>
      <vt:lpstr>Darker Grotesque</vt:lpstr>
      <vt:lpstr>Darker Grotesque Medium</vt:lpstr>
      <vt:lpstr>Multi-Business Company Website by Slidesgo</vt:lpstr>
      <vt:lpstr>Hospital Management System</vt:lpstr>
      <vt:lpstr>  06</vt:lpstr>
      <vt:lpstr>About the project</vt:lpstr>
      <vt:lpstr>Introduction</vt:lpstr>
      <vt:lpstr>Advantages</vt:lpstr>
      <vt:lpstr>Constraints</vt:lpstr>
      <vt:lpstr> Non Functional Recquirements </vt:lpstr>
      <vt:lpstr>Design</vt:lpstr>
      <vt:lpstr>Design</vt:lpstr>
      <vt:lpstr> Layer Architecture</vt:lpstr>
      <vt:lpstr>Implementation Screenshots</vt:lpstr>
      <vt:lpstr> </vt:lpstr>
      <vt:lpstr> </vt:lpstr>
      <vt:lpstr> </vt:lpstr>
      <vt:lpstr>Conclusion</vt:lpstr>
      <vt:lpstr>Thanks!</vt:lpstr>
      <vt:lpstr>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Website</dc:title>
  <cp:lastModifiedBy>Microsoft Office User</cp:lastModifiedBy>
  <cp:revision>13</cp:revision>
  <dcterms:modified xsi:type="dcterms:W3CDTF">2023-12-04T10:54:09Z</dcterms:modified>
</cp:coreProperties>
</file>